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  <p:sldMasterId id="2147483743" r:id="rId3"/>
  </p:sldMasterIdLst>
  <p:notesMasterIdLst>
    <p:notesMasterId r:id="rId21"/>
  </p:notesMasterIdLst>
  <p:sldIdLst>
    <p:sldId id="395" r:id="rId4"/>
    <p:sldId id="270" r:id="rId5"/>
    <p:sldId id="500" r:id="rId6"/>
    <p:sldId id="502" r:id="rId7"/>
    <p:sldId id="513" r:id="rId8"/>
    <p:sldId id="503" r:id="rId9"/>
    <p:sldId id="505" r:id="rId10"/>
    <p:sldId id="506" r:id="rId11"/>
    <p:sldId id="507" r:id="rId12"/>
    <p:sldId id="509" r:id="rId13"/>
    <p:sldId id="515" r:id="rId14"/>
    <p:sldId id="514" r:id="rId15"/>
    <p:sldId id="516" r:id="rId16"/>
    <p:sldId id="510" r:id="rId17"/>
    <p:sldId id="450" r:id="rId18"/>
    <p:sldId id="451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E91"/>
    <a:srgbClr val="057B61"/>
    <a:srgbClr val="051D40"/>
    <a:srgbClr val="FF4747"/>
    <a:srgbClr val="86C5B4"/>
    <a:srgbClr val="FFFFFF"/>
    <a:srgbClr val="052A47"/>
    <a:srgbClr val="DCDCDC"/>
    <a:srgbClr val="04B6DF"/>
    <a:srgbClr val="9FA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434" autoAdjust="0"/>
  </p:normalViewPr>
  <p:slideViewPr>
    <p:cSldViewPr snapToGrid="0">
      <p:cViewPr varScale="1">
        <p:scale>
          <a:sx n="82" d="100"/>
          <a:sy n="82" d="100"/>
        </p:scale>
        <p:origin x="581" y="43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D39E6-B45B-4DF6-BB73-55621B1D00A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476D6-03B1-4D2F-BE80-E3AC446D3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120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76D6-03B1-4D2F-BE80-E3AC446D37B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2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3476D6-03B1-4D2F-BE80-E3AC446D37B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11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F51D95-BD6D-4664-BAFA-5A9DBF7C86BF}"/>
              </a:ext>
            </a:extLst>
          </p:cNvPr>
          <p:cNvSpPr/>
          <p:nvPr userDrawn="1"/>
        </p:nvSpPr>
        <p:spPr>
          <a:xfrm>
            <a:off x="4129787" y="-1"/>
            <a:ext cx="1115568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313DBD-283C-46E0-81E8-94B6E4174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3998" y="1"/>
            <a:ext cx="6858003" cy="6858001"/>
          </a:xfrm>
          <a:custGeom>
            <a:avLst/>
            <a:gdLst>
              <a:gd name="connsiteX0" fmla="*/ 4631096 w 6858003"/>
              <a:gd name="connsiteY0" fmla="*/ 4631094 h 6858001"/>
              <a:gd name="connsiteX1" fmla="*/ 6858003 w 6858003"/>
              <a:gd name="connsiteY1" fmla="*/ 4631094 h 6858001"/>
              <a:gd name="connsiteX2" fmla="*/ 6858003 w 6858003"/>
              <a:gd name="connsiteY2" fmla="*/ 6858001 h 6858001"/>
              <a:gd name="connsiteX3" fmla="*/ 4631096 w 6858003"/>
              <a:gd name="connsiteY3" fmla="*/ 6858001 h 6858001"/>
              <a:gd name="connsiteX4" fmla="*/ 4631096 w 6858003"/>
              <a:gd name="connsiteY4" fmla="*/ 2315547 h 6858001"/>
              <a:gd name="connsiteX5" fmla="*/ 6858003 w 6858003"/>
              <a:gd name="connsiteY5" fmla="*/ 2315547 h 6858001"/>
              <a:gd name="connsiteX6" fmla="*/ 6858003 w 6858003"/>
              <a:gd name="connsiteY6" fmla="*/ 4542454 h 6858001"/>
              <a:gd name="connsiteX7" fmla="*/ 4631096 w 6858003"/>
              <a:gd name="connsiteY7" fmla="*/ 4542454 h 6858001"/>
              <a:gd name="connsiteX8" fmla="*/ 2315547 w 6858003"/>
              <a:gd name="connsiteY8" fmla="*/ 2315547 h 6858001"/>
              <a:gd name="connsiteX9" fmla="*/ 4542454 w 6858003"/>
              <a:gd name="connsiteY9" fmla="*/ 2315547 h 6858001"/>
              <a:gd name="connsiteX10" fmla="*/ 4542454 w 6858003"/>
              <a:gd name="connsiteY10" fmla="*/ 4542454 h 6858001"/>
              <a:gd name="connsiteX11" fmla="*/ 2315547 w 6858003"/>
              <a:gd name="connsiteY11" fmla="*/ 4542454 h 6858001"/>
              <a:gd name="connsiteX12" fmla="*/ 4631096 w 6858003"/>
              <a:gd name="connsiteY12" fmla="*/ 0 h 6858001"/>
              <a:gd name="connsiteX13" fmla="*/ 6858003 w 6858003"/>
              <a:gd name="connsiteY13" fmla="*/ 0 h 6858001"/>
              <a:gd name="connsiteX14" fmla="*/ 6858003 w 6858003"/>
              <a:gd name="connsiteY14" fmla="*/ 2226907 h 6858001"/>
              <a:gd name="connsiteX15" fmla="*/ 4631096 w 6858003"/>
              <a:gd name="connsiteY15" fmla="*/ 2226907 h 6858001"/>
              <a:gd name="connsiteX16" fmla="*/ 2315549 w 6858003"/>
              <a:gd name="connsiteY16" fmla="*/ 0 h 6858001"/>
              <a:gd name="connsiteX17" fmla="*/ 4542456 w 6858003"/>
              <a:gd name="connsiteY17" fmla="*/ 0 h 6858001"/>
              <a:gd name="connsiteX18" fmla="*/ 4542456 w 6858003"/>
              <a:gd name="connsiteY18" fmla="*/ 2226907 h 6858001"/>
              <a:gd name="connsiteX19" fmla="*/ 2315549 w 6858003"/>
              <a:gd name="connsiteY19" fmla="*/ 2226907 h 6858001"/>
              <a:gd name="connsiteX20" fmla="*/ 0 w 6858003"/>
              <a:gd name="connsiteY20" fmla="*/ 0 h 6858001"/>
              <a:gd name="connsiteX21" fmla="*/ 2226907 w 6858003"/>
              <a:gd name="connsiteY21" fmla="*/ 0 h 6858001"/>
              <a:gd name="connsiteX22" fmla="*/ 2226907 w 6858003"/>
              <a:gd name="connsiteY22" fmla="*/ 2226907 h 6858001"/>
              <a:gd name="connsiteX23" fmla="*/ 0 w 6858003"/>
              <a:gd name="connsiteY23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3" h="6858001">
                <a:moveTo>
                  <a:pt x="4631096" y="4631094"/>
                </a:moveTo>
                <a:lnTo>
                  <a:pt x="6858003" y="4631094"/>
                </a:lnTo>
                <a:lnTo>
                  <a:pt x="6858003" y="6858001"/>
                </a:lnTo>
                <a:lnTo>
                  <a:pt x="4631096" y="6858001"/>
                </a:lnTo>
                <a:close/>
                <a:moveTo>
                  <a:pt x="4631096" y="2315547"/>
                </a:moveTo>
                <a:lnTo>
                  <a:pt x="6858003" y="2315547"/>
                </a:lnTo>
                <a:lnTo>
                  <a:pt x="6858003" y="4542454"/>
                </a:lnTo>
                <a:lnTo>
                  <a:pt x="4631096" y="4542454"/>
                </a:lnTo>
                <a:close/>
                <a:moveTo>
                  <a:pt x="2315547" y="2315547"/>
                </a:moveTo>
                <a:lnTo>
                  <a:pt x="4542454" y="2315547"/>
                </a:lnTo>
                <a:lnTo>
                  <a:pt x="4542454" y="4542454"/>
                </a:lnTo>
                <a:lnTo>
                  <a:pt x="2315547" y="4542454"/>
                </a:lnTo>
                <a:close/>
                <a:moveTo>
                  <a:pt x="4631096" y="0"/>
                </a:moveTo>
                <a:lnTo>
                  <a:pt x="6858003" y="0"/>
                </a:lnTo>
                <a:lnTo>
                  <a:pt x="6858003" y="2226907"/>
                </a:lnTo>
                <a:lnTo>
                  <a:pt x="4631096" y="2226907"/>
                </a:lnTo>
                <a:close/>
                <a:moveTo>
                  <a:pt x="2315549" y="0"/>
                </a:moveTo>
                <a:lnTo>
                  <a:pt x="4542456" y="0"/>
                </a:lnTo>
                <a:lnTo>
                  <a:pt x="4542456" y="2226907"/>
                </a:lnTo>
                <a:lnTo>
                  <a:pt x="2315549" y="2226907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3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95A983-342E-4AEE-A460-A238F16FD2FB}"/>
              </a:ext>
            </a:extLst>
          </p:cNvPr>
          <p:cNvSpPr/>
          <p:nvPr userDrawn="1"/>
        </p:nvSpPr>
        <p:spPr>
          <a:xfrm>
            <a:off x="3018448" y="-1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0F2DE6E-D6C0-4814-91A7-67D57122C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3996" y="1"/>
            <a:ext cx="6858004" cy="6858001"/>
          </a:xfrm>
          <a:custGeom>
            <a:avLst/>
            <a:gdLst>
              <a:gd name="connsiteX0" fmla="*/ 4631097 w 6858004"/>
              <a:gd name="connsiteY0" fmla="*/ 4631094 h 6858001"/>
              <a:gd name="connsiteX1" fmla="*/ 6858004 w 6858004"/>
              <a:gd name="connsiteY1" fmla="*/ 4631094 h 6858001"/>
              <a:gd name="connsiteX2" fmla="*/ 6858004 w 6858004"/>
              <a:gd name="connsiteY2" fmla="*/ 6858001 h 6858001"/>
              <a:gd name="connsiteX3" fmla="*/ 4631097 w 6858004"/>
              <a:gd name="connsiteY3" fmla="*/ 6858001 h 6858001"/>
              <a:gd name="connsiteX4" fmla="*/ 2315549 w 6858004"/>
              <a:gd name="connsiteY4" fmla="*/ 4631094 h 6858001"/>
              <a:gd name="connsiteX5" fmla="*/ 4542456 w 6858004"/>
              <a:gd name="connsiteY5" fmla="*/ 4631094 h 6858001"/>
              <a:gd name="connsiteX6" fmla="*/ 4542456 w 6858004"/>
              <a:gd name="connsiteY6" fmla="*/ 6858001 h 6858001"/>
              <a:gd name="connsiteX7" fmla="*/ 2315549 w 6858004"/>
              <a:gd name="connsiteY7" fmla="*/ 6858001 h 6858001"/>
              <a:gd name="connsiteX8" fmla="*/ 0 w 6858004"/>
              <a:gd name="connsiteY8" fmla="*/ 4631094 h 6858001"/>
              <a:gd name="connsiteX9" fmla="*/ 2226907 w 6858004"/>
              <a:gd name="connsiteY9" fmla="*/ 4631094 h 6858001"/>
              <a:gd name="connsiteX10" fmla="*/ 2226907 w 6858004"/>
              <a:gd name="connsiteY10" fmla="*/ 6858001 h 6858001"/>
              <a:gd name="connsiteX11" fmla="*/ 0 w 6858004"/>
              <a:gd name="connsiteY11" fmla="*/ 6858001 h 6858001"/>
              <a:gd name="connsiteX12" fmla="*/ 4631097 w 6858004"/>
              <a:gd name="connsiteY12" fmla="*/ 2315547 h 6858001"/>
              <a:gd name="connsiteX13" fmla="*/ 6858004 w 6858004"/>
              <a:gd name="connsiteY13" fmla="*/ 2315547 h 6858001"/>
              <a:gd name="connsiteX14" fmla="*/ 6858004 w 6858004"/>
              <a:gd name="connsiteY14" fmla="*/ 4542454 h 6858001"/>
              <a:gd name="connsiteX15" fmla="*/ 4631097 w 6858004"/>
              <a:gd name="connsiteY15" fmla="*/ 4542454 h 6858001"/>
              <a:gd name="connsiteX16" fmla="*/ 2315549 w 6858004"/>
              <a:gd name="connsiteY16" fmla="*/ 2315547 h 6858001"/>
              <a:gd name="connsiteX17" fmla="*/ 4542456 w 6858004"/>
              <a:gd name="connsiteY17" fmla="*/ 2315547 h 6858001"/>
              <a:gd name="connsiteX18" fmla="*/ 4542456 w 6858004"/>
              <a:gd name="connsiteY18" fmla="*/ 4542454 h 6858001"/>
              <a:gd name="connsiteX19" fmla="*/ 2315549 w 6858004"/>
              <a:gd name="connsiteY19" fmla="*/ 4542454 h 6858001"/>
              <a:gd name="connsiteX20" fmla="*/ 2315549 w 6858004"/>
              <a:gd name="connsiteY20" fmla="*/ 1 h 6858001"/>
              <a:gd name="connsiteX21" fmla="*/ 4542456 w 6858004"/>
              <a:gd name="connsiteY21" fmla="*/ 1 h 6858001"/>
              <a:gd name="connsiteX22" fmla="*/ 4542456 w 6858004"/>
              <a:gd name="connsiteY22" fmla="*/ 2226907 h 6858001"/>
              <a:gd name="connsiteX23" fmla="*/ 2315549 w 6858004"/>
              <a:gd name="connsiteY23" fmla="*/ 2226907 h 6858001"/>
              <a:gd name="connsiteX24" fmla="*/ 0 w 6858004"/>
              <a:gd name="connsiteY24" fmla="*/ 1 h 6858001"/>
              <a:gd name="connsiteX25" fmla="*/ 2226907 w 6858004"/>
              <a:gd name="connsiteY25" fmla="*/ 1 h 6858001"/>
              <a:gd name="connsiteX26" fmla="*/ 2226907 w 6858004"/>
              <a:gd name="connsiteY26" fmla="*/ 2226907 h 6858001"/>
              <a:gd name="connsiteX27" fmla="*/ 0 w 6858004"/>
              <a:gd name="connsiteY27" fmla="*/ 2226907 h 6858001"/>
              <a:gd name="connsiteX28" fmla="*/ 4631097 w 6858004"/>
              <a:gd name="connsiteY28" fmla="*/ 0 h 6858001"/>
              <a:gd name="connsiteX29" fmla="*/ 6858004 w 6858004"/>
              <a:gd name="connsiteY29" fmla="*/ 0 h 6858001"/>
              <a:gd name="connsiteX30" fmla="*/ 6858004 w 6858004"/>
              <a:gd name="connsiteY30" fmla="*/ 2226907 h 6858001"/>
              <a:gd name="connsiteX31" fmla="*/ 4631097 w 6858004"/>
              <a:gd name="connsiteY31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858004" h="6858001">
                <a:moveTo>
                  <a:pt x="4631097" y="4631094"/>
                </a:moveTo>
                <a:lnTo>
                  <a:pt x="6858004" y="4631094"/>
                </a:lnTo>
                <a:lnTo>
                  <a:pt x="6858004" y="6858001"/>
                </a:lnTo>
                <a:lnTo>
                  <a:pt x="4631097" y="6858001"/>
                </a:lnTo>
                <a:close/>
                <a:moveTo>
                  <a:pt x="2315549" y="4631094"/>
                </a:moveTo>
                <a:lnTo>
                  <a:pt x="4542456" y="4631094"/>
                </a:lnTo>
                <a:lnTo>
                  <a:pt x="4542456" y="6858001"/>
                </a:lnTo>
                <a:lnTo>
                  <a:pt x="2315549" y="6858001"/>
                </a:lnTo>
                <a:close/>
                <a:moveTo>
                  <a:pt x="0" y="4631094"/>
                </a:moveTo>
                <a:lnTo>
                  <a:pt x="2226907" y="4631094"/>
                </a:lnTo>
                <a:lnTo>
                  <a:pt x="2226907" y="6858001"/>
                </a:lnTo>
                <a:lnTo>
                  <a:pt x="0" y="6858001"/>
                </a:lnTo>
                <a:close/>
                <a:moveTo>
                  <a:pt x="4631097" y="2315547"/>
                </a:moveTo>
                <a:lnTo>
                  <a:pt x="6858004" y="2315547"/>
                </a:lnTo>
                <a:lnTo>
                  <a:pt x="6858004" y="4542454"/>
                </a:lnTo>
                <a:lnTo>
                  <a:pt x="4631097" y="4542454"/>
                </a:lnTo>
                <a:close/>
                <a:moveTo>
                  <a:pt x="2315549" y="2315547"/>
                </a:moveTo>
                <a:lnTo>
                  <a:pt x="4542456" y="2315547"/>
                </a:lnTo>
                <a:lnTo>
                  <a:pt x="4542456" y="4542454"/>
                </a:lnTo>
                <a:lnTo>
                  <a:pt x="2315549" y="4542454"/>
                </a:lnTo>
                <a:close/>
                <a:moveTo>
                  <a:pt x="2315549" y="1"/>
                </a:moveTo>
                <a:lnTo>
                  <a:pt x="4542456" y="1"/>
                </a:lnTo>
                <a:lnTo>
                  <a:pt x="4542456" y="2226907"/>
                </a:lnTo>
                <a:lnTo>
                  <a:pt x="2315549" y="2226907"/>
                </a:lnTo>
                <a:close/>
                <a:moveTo>
                  <a:pt x="0" y="1"/>
                </a:moveTo>
                <a:lnTo>
                  <a:pt x="2226907" y="1"/>
                </a:lnTo>
                <a:lnTo>
                  <a:pt x="2226907" y="2226907"/>
                </a:lnTo>
                <a:lnTo>
                  <a:pt x="0" y="2226907"/>
                </a:lnTo>
                <a:close/>
                <a:moveTo>
                  <a:pt x="4631097" y="0"/>
                </a:moveTo>
                <a:lnTo>
                  <a:pt x="6858004" y="0"/>
                </a:lnTo>
                <a:lnTo>
                  <a:pt x="6858004" y="2226907"/>
                </a:lnTo>
                <a:lnTo>
                  <a:pt x="4631097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29662-A031-49EE-93B2-4CE28C6DAC12}"/>
              </a:ext>
            </a:extLst>
          </p:cNvPr>
          <p:cNvSpPr/>
          <p:nvPr userDrawn="1"/>
        </p:nvSpPr>
        <p:spPr>
          <a:xfrm>
            <a:off x="1" y="3473320"/>
            <a:ext cx="2929806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2ECD9B-194F-427C-BC84-3CD8F8FE659D}"/>
              </a:ext>
            </a:extLst>
          </p:cNvPr>
          <p:cNvSpPr/>
          <p:nvPr userDrawn="1"/>
        </p:nvSpPr>
        <p:spPr>
          <a:xfrm>
            <a:off x="9965094" y="3473320"/>
            <a:ext cx="2226907" cy="2226907"/>
          </a:xfrm>
          <a:prstGeom prst="rect">
            <a:avLst/>
          </a:prstGeom>
          <a:solidFill>
            <a:srgbClr val="68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129737-8A7D-464C-942B-2665763E0F36}"/>
              </a:ext>
            </a:extLst>
          </p:cNvPr>
          <p:cNvCxnSpPr>
            <a:cxnSpLocks/>
          </p:cNvCxnSpPr>
          <p:nvPr userDrawn="1"/>
        </p:nvCxnSpPr>
        <p:spPr>
          <a:xfrm>
            <a:off x="5333998" y="3473320"/>
            <a:ext cx="0" cy="22269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331A49A-4201-49B9-B13D-6F66CE1F4ED0}"/>
              </a:ext>
            </a:extLst>
          </p:cNvPr>
          <p:cNvSpPr/>
          <p:nvPr userDrawn="1"/>
        </p:nvSpPr>
        <p:spPr>
          <a:xfrm>
            <a:off x="5333996" y="-1"/>
            <a:ext cx="2226907" cy="1115568"/>
          </a:xfrm>
          <a:prstGeom prst="rect">
            <a:avLst/>
          </a:prstGeom>
          <a:solidFill>
            <a:srgbClr val="68C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F25ACB-1264-49CA-B14F-E63A7D2F751F}"/>
              </a:ext>
            </a:extLst>
          </p:cNvPr>
          <p:cNvCxnSpPr>
            <a:cxnSpLocks/>
          </p:cNvCxnSpPr>
          <p:nvPr userDrawn="1"/>
        </p:nvCxnSpPr>
        <p:spPr>
          <a:xfrm>
            <a:off x="7649546" y="3473320"/>
            <a:ext cx="0" cy="22269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261265-BFB8-4973-BAEC-A0A8CC5D59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6" y="1157774"/>
            <a:ext cx="4542455" cy="2226907"/>
          </a:xfrm>
          <a:custGeom>
            <a:avLst/>
            <a:gdLst>
              <a:gd name="connsiteX0" fmla="*/ 2315548 w 4542455"/>
              <a:gd name="connsiteY0" fmla="*/ 0 h 2226907"/>
              <a:gd name="connsiteX1" fmla="*/ 4542455 w 4542455"/>
              <a:gd name="connsiteY1" fmla="*/ 0 h 2226907"/>
              <a:gd name="connsiteX2" fmla="*/ 4542455 w 4542455"/>
              <a:gd name="connsiteY2" fmla="*/ 2226907 h 2226907"/>
              <a:gd name="connsiteX3" fmla="*/ 2315548 w 4542455"/>
              <a:gd name="connsiteY3" fmla="*/ 2226907 h 2226907"/>
              <a:gd name="connsiteX4" fmla="*/ 0 w 4542455"/>
              <a:gd name="connsiteY4" fmla="*/ 0 h 2226907"/>
              <a:gd name="connsiteX5" fmla="*/ 2226907 w 4542455"/>
              <a:gd name="connsiteY5" fmla="*/ 0 h 2226907"/>
              <a:gd name="connsiteX6" fmla="*/ 2226907 w 4542455"/>
              <a:gd name="connsiteY6" fmla="*/ 2226907 h 2226907"/>
              <a:gd name="connsiteX7" fmla="*/ 0 w 4542455"/>
              <a:gd name="connsiteY7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42455" h="2226907">
                <a:moveTo>
                  <a:pt x="2315548" y="0"/>
                </a:moveTo>
                <a:lnTo>
                  <a:pt x="4542455" y="0"/>
                </a:lnTo>
                <a:lnTo>
                  <a:pt x="4542455" y="2226907"/>
                </a:lnTo>
                <a:lnTo>
                  <a:pt x="2315548" y="2226907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6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FC82B56-6637-4BBF-A8EC-20C247AE22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3996" y="0"/>
            <a:ext cx="6858004" cy="6858001"/>
          </a:xfrm>
          <a:custGeom>
            <a:avLst/>
            <a:gdLst>
              <a:gd name="connsiteX0" fmla="*/ 4631097 w 6858004"/>
              <a:gd name="connsiteY0" fmla="*/ 4631094 h 6858001"/>
              <a:gd name="connsiteX1" fmla="*/ 6858004 w 6858004"/>
              <a:gd name="connsiteY1" fmla="*/ 4631094 h 6858001"/>
              <a:gd name="connsiteX2" fmla="*/ 6858004 w 6858004"/>
              <a:gd name="connsiteY2" fmla="*/ 6858001 h 6858001"/>
              <a:gd name="connsiteX3" fmla="*/ 4631097 w 6858004"/>
              <a:gd name="connsiteY3" fmla="*/ 6858001 h 6858001"/>
              <a:gd name="connsiteX4" fmla="*/ 2315549 w 6858004"/>
              <a:gd name="connsiteY4" fmla="*/ 4631094 h 6858001"/>
              <a:gd name="connsiteX5" fmla="*/ 4542456 w 6858004"/>
              <a:gd name="connsiteY5" fmla="*/ 4631094 h 6858001"/>
              <a:gd name="connsiteX6" fmla="*/ 4542456 w 6858004"/>
              <a:gd name="connsiteY6" fmla="*/ 6858001 h 6858001"/>
              <a:gd name="connsiteX7" fmla="*/ 2315549 w 6858004"/>
              <a:gd name="connsiteY7" fmla="*/ 6858001 h 6858001"/>
              <a:gd name="connsiteX8" fmla="*/ 0 w 6858004"/>
              <a:gd name="connsiteY8" fmla="*/ 4631094 h 6858001"/>
              <a:gd name="connsiteX9" fmla="*/ 2226908 w 6858004"/>
              <a:gd name="connsiteY9" fmla="*/ 4631094 h 6858001"/>
              <a:gd name="connsiteX10" fmla="*/ 2226908 w 6858004"/>
              <a:gd name="connsiteY10" fmla="*/ 6858001 h 6858001"/>
              <a:gd name="connsiteX11" fmla="*/ 0 w 6858004"/>
              <a:gd name="connsiteY11" fmla="*/ 6858001 h 6858001"/>
              <a:gd name="connsiteX12" fmla="*/ 4631097 w 6858004"/>
              <a:gd name="connsiteY12" fmla="*/ 2315547 h 6858001"/>
              <a:gd name="connsiteX13" fmla="*/ 6858004 w 6858004"/>
              <a:gd name="connsiteY13" fmla="*/ 2315547 h 6858001"/>
              <a:gd name="connsiteX14" fmla="*/ 6858004 w 6858004"/>
              <a:gd name="connsiteY14" fmla="*/ 4542455 h 6858001"/>
              <a:gd name="connsiteX15" fmla="*/ 4631097 w 6858004"/>
              <a:gd name="connsiteY15" fmla="*/ 4542455 h 6858001"/>
              <a:gd name="connsiteX16" fmla="*/ 2315549 w 6858004"/>
              <a:gd name="connsiteY16" fmla="*/ 2315547 h 6858001"/>
              <a:gd name="connsiteX17" fmla="*/ 4542456 w 6858004"/>
              <a:gd name="connsiteY17" fmla="*/ 2315547 h 6858001"/>
              <a:gd name="connsiteX18" fmla="*/ 4542456 w 6858004"/>
              <a:gd name="connsiteY18" fmla="*/ 4542455 h 6858001"/>
              <a:gd name="connsiteX19" fmla="*/ 2315549 w 6858004"/>
              <a:gd name="connsiteY19" fmla="*/ 4542455 h 6858001"/>
              <a:gd name="connsiteX20" fmla="*/ 4631097 w 6858004"/>
              <a:gd name="connsiteY20" fmla="*/ 0 h 6858001"/>
              <a:gd name="connsiteX21" fmla="*/ 6858004 w 6858004"/>
              <a:gd name="connsiteY21" fmla="*/ 0 h 6858001"/>
              <a:gd name="connsiteX22" fmla="*/ 6858004 w 6858004"/>
              <a:gd name="connsiteY22" fmla="*/ 2226907 h 6858001"/>
              <a:gd name="connsiteX23" fmla="*/ 4631097 w 6858004"/>
              <a:gd name="connsiteY23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4" h="6858001">
                <a:moveTo>
                  <a:pt x="4631097" y="4631094"/>
                </a:moveTo>
                <a:lnTo>
                  <a:pt x="6858004" y="4631094"/>
                </a:lnTo>
                <a:lnTo>
                  <a:pt x="6858004" y="6858001"/>
                </a:lnTo>
                <a:lnTo>
                  <a:pt x="4631097" y="6858001"/>
                </a:lnTo>
                <a:close/>
                <a:moveTo>
                  <a:pt x="2315549" y="4631094"/>
                </a:moveTo>
                <a:lnTo>
                  <a:pt x="4542456" y="4631094"/>
                </a:lnTo>
                <a:lnTo>
                  <a:pt x="4542456" y="6858001"/>
                </a:lnTo>
                <a:lnTo>
                  <a:pt x="2315549" y="6858001"/>
                </a:lnTo>
                <a:close/>
                <a:moveTo>
                  <a:pt x="0" y="4631094"/>
                </a:moveTo>
                <a:lnTo>
                  <a:pt x="2226908" y="4631094"/>
                </a:lnTo>
                <a:lnTo>
                  <a:pt x="2226908" y="6858001"/>
                </a:lnTo>
                <a:lnTo>
                  <a:pt x="0" y="6858001"/>
                </a:lnTo>
                <a:close/>
                <a:moveTo>
                  <a:pt x="4631097" y="2315547"/>
                </a:moveTo>
                <a:lnTo>
                  <a:pt x="6858004" y="2315547"/>
                </a:lnTo>
                <a:lnTo>
                  <a:pt x="6858004" y="4542455"/>
                </a:lnTo>
                <a:lnTo>
                  <a:pt x="4631097" y="4542455"/>
                </a:lnTo>
                <a:close/>
                <a:moveTo>
                  <a:pt x="2315549" y="2315547"/>
                </a:moveTo>
                <a:lnTo>
                  <a:pt x="4542456" y="2315547"/>
                </a:lnTo>
                <a:lnTo>
                  <a:pt x="4542456" y="4542455"/>
                </a:lnTo>
                <a:lnTo>
                  <a:pt x="2315549" y="4542455"/>
                </a:lnTo>
                <a:close/>
                <a:moveTo>
                  <a:pt x="4631097" y="0"/>
                </a:moveTo>
                <a:lnTo>
                  <a:pt x="6858004" y="0"/>
                </a:lnTo>
                <a:lnTo>
                  <a:pt x="6858004" y="2226907"/>
                </a:lnTo>
                <a:lnTo>
                  <a:pt x="4631097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8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D15AFF4-5E3D-410B-9CDD-F5FBE997E797}"/>
              </a:ext>
            </a:extLst>
          </p:cNvPr>
          <p:cNvSpPr/>
          <p:nvPr userDrawn="1"/>
        </p:nvSpPr>
        <p:spPr>
          <a:xfrm>
            <a:off x="2315548" y="2315547"/>
            <a:ext cx="2226907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F18AAB-AEA8-446C-8023-A0C4F900A002}"/>
              </a:ext>
            </a:extLst>
          </p:cNvPr>
          <p:cNvSpPr/>
          <p:nvPr userDrawn="1"/>
        </p:nvSpPr>
        <p:spPr>
          <a:xfrm>
            <a:off x="2315548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4236D69-7E0F-4BEE-9296-82134CA28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542455" cy="6858001"/>
          </a:xfrm>
          <a:custGeom>
            <a:avLst/>
            <a:gdLst>
              <a:gd name="connsiteX0" fmla="*/ 0 w 4542455"/>
              <a:gd name="connsiteY0" fmla="*/ 4631095 h 6858001"/>
              <a:gd name="connsiteX1" fmla="*/ 2226907 w 4542455"/>
              <a:gd name="connsiteY1" fmla="*/ 4631095 h 6858001"/>
              <a:gd name="connsiteX2" fmla="*/ 2226907 w 4542455"/>
              <a:gd name="connsiteY2" fmla="*/ 6858001 h 6858001"/>
              <a:gd name="connsiteX3" fmla="*/ 0 w 4542455"/>
              <a:gd name="connsiteY3" fmla="*/ 6858001 h 6858001"/>
              <a:gd name="connsiteX4" fmla="*/ 0 w 4542455"/>
              <a:gd name="connsiteY4" fmla="*/ 2315548 h 6858001"/>
              <a:gd name="connsiteX5" fmla="*/ 2226907 w 4542455"/>
              <a:gd name="connsiteY5" fmla="*/ 2315548 h 6858001"/>
              <a:gd name="connsiteX6" fmla="*/ 2226907 w 4542455"/>
              <a:gd name="connsiteY6" fmla="*/ 4542455 h 6858001"/>
              <a:gd name="connsiteX7" fmla="*/ 0 w 4542455"/>
              <a:gd name="connsiteY7" fmla="*/ 4542455 h 6858001"/>
              <a:gd name="connsiteX8" fmla="*/ 2315548 w 4542455"/>
              <a:gd name="connsiteY8" fmla="*/ 1 h 6858001"/>
              <a:gd name="connsiteX9" fmla="*/ 4542455 w 4542455"/>
              <a:gd name="connsiteY9" fmla="*/ 1 h 6858001"/>
              <a:gd name="connsiteX10" fmla="*/ 4542455 w 4542455"/>
              <a:gd name="connsiteY10" fmla="*/ 2226908 h 6858001"/>
              <a:gd name="connsiteX11" fmla="*/ 2315548 w 4542455"/>
              <a:gd name="connsiteY11" fmla="*/ 2226908 h 6858001"/>
              <a:gd name="connsiteX12" fmla="*/ 0 w 4542455"/>
              <a:gd name="connsiteY12" fmla="*/ 0 h 6858001"/>
              <a:gd name="connsiteX13" fmla="*/ 2226907 w 4542455"/>
              <a:gd name="connsiteY13" fmla="*/ 0 h 6858001"/>
              <a:gd name="connsiteX14" fmla="*/ 2226907 w 4542455"/>
              <a:gd name="connsiteY14" fmla="*/ 2226907 h 6858001"/>
              <a:gd name="connsiteX15" fmla="*/ 0 w 4542455"/>
              <a:gd name="connsiteY15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42455" h="6858001">
                <a:moveTo>
                  <a:pt x="0" y="4631095"/>
                </a:moveTo>
                <a:lnTo>
                  <a:pt x="2226907" y="4631095"/>
                </a:lnTo>
                <a:lnTo>
                  <a:pt x="2226907" y="6858001"/>
                </a:lnTo>
                <a:lnTo>
                  <a:pt x="0" y="6858001"/>
                </a:lnTo>
                <a:close/>
                <a:moveTo>
                  <a:pt x="0" y="2315548"/>
                </a:moveTo>
                <a:lnTo>
                  <a:pt x="2226907" y="2315548"/>
                </a:lnTo>
                <a:lnTo>
                  <a:pt x="2226907" y="4542455"/>
                </a:lnTo>
                <a:lnTo>
                  <a:pt x="0" y="4542455"/>
                </a:lnTo>
                <a:close/>
                <a:moveTo>
                  <a:pt x="2315548" y="1"/>
                </a:moveTo>
                <a:lnTo>
                  <a:pt x="4542455" y="1"/>
                </a:lnTo>
                <a:lnTo>
                  <a:pt x="4542455" y="2226908"/>
                </a:lnTo>
                <a:lnTo>
                  <a:pt x="2315548" y="2226908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4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610997-9346-416D-9875-5CE72EB60457}"/>
              </a:ext>
            </a:extLst>
          </p:cNvPr>
          <p:cNvSpPr/>
          <p:nvPr userDrawn="1"/>
        </p:nvSpPr>
        <p:spPr>
          <a:xfrm>
            <a:off x="9966058" y="4631094"/>
            <a:ext cx="2226907" cy="1115568"/>
          </a:xfrm>
          <a:prstGeom prst="rect">
            <a:avLst/>
          </a:prstGeom>
          <a:solidFill>
            <a:srgbClr val="68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FD3289-DCA3-452E-BA17-F90B325593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6" y="-1"/>
            <a:ext cx="4542454" cy="6858000"/>
          </a:xfrm>
          <a:custGeom>
            <a:avLst/>
            <a:gdLst>
              <a:gd name="connsiteX0" fmla="*/ 0 w 4542454"/>
              <a:gd name="connsiteY0" fmla="*/ 2315547 h 6858000"/>
              <a:gd name="connsiteX1" fmla="*/ 2226907 w 4542454"/>
              <a:gd name="connsiteY1" fmla="*/ 2315547 h 6858000"/>
              <a:gd name="connsiteX2" fmla="*/ 2226907 w 4542454"/>
              <a:gd name="connsiteY2" fmla="*/ 6858000 h 6858000"/>
              <a:gd name="connsiteX3" fmla="*/ 0 w 4542454"/>
              <a:gd name="connsiteY3" fmla="*/ 6858000 h 6858000"/>
              <a:gd name="connsiteX4" fmla="*/ 2315548 w 4542454"/>
              <a:gd name="connsiteY4" fmla="*/ 1 h 6858000"/>
              <a:gd name="connsiteX5" fmla="*/ 4542454 w 4542454"/>
              <a:gd name="connsiteY5" fmla="*/ 1 h 6858000"/>
              <a:gd name="connsiteX6" fmla="*/ 4542454 w 4542454"/>
              <a:gd name="connsiteY6" fmla="*/ 4542454 h 6858000"/>
              <a:gd name="connsiteX7" fmla="*/ 2315548 w 4542454"/>
              <a:gd name="connsiteY7" fmla="*/ 4542454 h 6858000"/>
              <a:gd name="connsiteX8" fmla="*/ 0 w 4542454"/>
              <a:gd name="connsiteY8" fmla="*/ 0 h 6858000"/>
              <a:gd name="connsiteX9" fmla="*/ 2226907 w 4542454"/>
              <a:gd name="connsiteY9" fmla="*/ 0 h 6858000"/>
              <a:gd name="connsiteX10" fmla="*/ 2226907 w 4542454"/>
              <a:gd name="connsiteY10" fmla="*/ 2226907 h 6858000"/>
              <a:gd name="connsiteX11" fmla="*/ 0 w 4542454"/>
              <a:gd name="connsiteY11" fmla="*/ 22269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42454" h="6858000">
                <a:moveTo>
                  <a:pt x="0" y="2315547"/>
                </a:moveTo>
                <a:lnTo>
                  <a:pt x="2226907" y="2315547"/>
                </a:lnTo>
                <a:lnTo>
                  <a:pt x="2226907" y="6858000"/>
                </a:lnTo>
                <a:lnTo>
                  <a:pt x="0" y="6858000"/>
                </a:lnTo>
                <a:close/>
                <a:moveTo>
                  <a:pt x="2315548" y="1"/>
                </a:moveTo>
                <a:lnTo>
                  <a:pt x="4542454" y="1"/>
                </a:lnTo>
                <a:lnTo>
                  <a:pt x="4542454" y="4542454"/>
                </a:lnTo>
                <a:lnTo>
                  <a:pt x="2315548" y="4542454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0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1930C3-7EA9-44E7-95CE-8289770FFE9A}"/>
              </a:ext>
            </a:extLst>
          </p:cNvPr>
          <p:cNvSpPr/>
          <p:nvPr userDrawn="1"/>
        </p:nvSpPr>
        <p:spPr>
          <a:xfrm>
            <a:off x="7649546" y="4631094"/>
            <a:ext cx="1115568" cy="2226907"/>
          </a:xfrm>
          <a:prstGeom prst="rect">
            <a:avLst/>
          </a:prstGeom>
          <a:solidFill>
            <a:srgbClr val="68C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C1B5FD-467C-4C43-912C-CB06F5CFC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6" y="0"/>
            <a:ext cx="4542455" cy="4542454"/>
          </a:xfrm>
          <a:custGeom>
            <a:avLst/>
            <a:gdLst>
              <a:gd name="connsiteX0" fmla="*/ 0 w 4542455"/>
              <a:gd name="connsiteY0" fmla="*/ 0 h 4542454"/>
              <a:gd name="connsiteX1" fmla="*/ 4542455 w 4542455"/>
              <a:gd name="connsiteY1" fmla="*/ 0 h 4542454"/>
              <a:gd name="connsiteX2" fmla="*/ 4542455 w 4542455"/>
              <a:gd name="connsiteY2" fmla="*/ 4542454 h 4542454"/>
              <a:gd name="connsiteX3" fmla="*/ 0 w 4542455"/>
              <a:gd name="connsiteY3" fmla="*/ 4542454 h 454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455" h="4542454">
                <a:moveTo>
                  <a:pt x="0" y="0"/>
                </a:moveTo>
                <a:lnTo>
                  <a:pt x="4542455" y="0"/>
                </a:lnTo>
                <a:lnTo>
                  <a:pt x="4542455" y="4542454"/>
                </a:lnTo>
                <a:lnTo>
                  <a:pt x="0" y="4542454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D9C1A-7DE6-4994-BE72-3937DDF702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33997" y="4631095"/>
            <a:ext cx="2226907" cy="2226907"/>
          </a:xfrm>
          <a:custGeom>
            <a:avLst/>
            <a:gdLst>
              <a:gd name="connsiteX0" fmla="*/ 0 w 2226907"/>
              <a:gd name="connsiteY0" fmla="*/ 0 h 2226907"/>
              <a:gd name="connsiteX1" fmla="*/ 2226907 w 2226907"/>
              <a:gd name="connsiteY1" fmla="*/ 0 h 2226907"/>
              <a:gd name="connsiteX2" fmla="*/ 2226907 w 2226907"/>
              <a:gd name="connsiteY2" fmla="*/ 2226907 h 2226907"/>
              <a:gd name="connsiteX3" fmla="*/ 0 w 2226907"/>
              <a:gd name="connsiteY3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907" h="2226907"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0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A59B4A-9F23-464E-AE2D-015ED2795B82}"/>
              </a:ext>
            </a:extLst>
          </p:cNvPr>
          <p:cNvSpPr/>
          <p:nvPr userDrawn="1"/>
        </p:nvSpPr>
        <p:spPr>
          <a:xfrm>
            <a:off x="11076432" y="4631094"/>
            <a:ext cx="1115568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9B25FDD-404C-46FE-BC29-123E2F934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4" cy="4542454"/>
          </a:xfrm>
          <a:custGeom>
            <a:avLst/>
            <a:gdLst>
              <a:gd name="connsiteX0" fmla="*/ 0 w 4542455"/>
              <a:gd name="connsiteY0" fmla="*/ 0 h 4542454"/>
              <a:gd name="connsiteX1" fmla="*/ 4542455 w 4542455"/>
              <a:gd name="connsiteY1" fmla="*/ 0 h 4542454"/>
              <a:gd name="connsiteX2" fmla="*/ 4542455 w 4542455"/>
              <a:gd name="connsiteY2" fmla="*/ 4542454 h 4542454"/>
              <a:gd name="connsiteX3" fmla="*/ 0 w 4542455"/>
              <a:gd name="connsiteY3" fmla="*/ 4542454 h 454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455" h="4542454">
                <a:moveTo>
                  <a:pt x="0" y="0"/>
                </a:moveTo>
                <a:lnTo>
                  <a:pt x="4542455" y="0"/>
                </a:lnTo>
                <a:lnTo>
                  <a:pt x="4542455" y="4542454"/>
                </a:lnTo>
                <a:lnTo>
                  <a:pt x="0" y="4542454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5873C0-4468-4E23-A237-830743BDAF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46646" y="4631095"/>
            <a:ext cx="4029142" cy="2226907"/>
          </a:xfrm>
          <a:custGeom>
            <a:avLst/>
            <a:gdLst>
              <a:gd name="connsiteX0" fmla="*/ 0 w 2226907"/>
              <a:gd name="connsiteY0" fmla="*/ 0 h 2226907"/>
              <a:gd name="connsiteX1" fmla="*/ 2226907 w 2226907"/>
              <a:gd name="connsiteY1" fmla="*/ 0 h 2226907"/>
              <a:gd name="connsiteX2" fmla="*/ 2226907 w 2226907"/>
              <a:gd name="connsiteY2" fmla="*/ 2226907 h 2226907"/>
              <a:gd name="connsiteX3" fmla="*/ 0 w 2226907"/>
              <a:gd name="connsiteY3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907" h="2226907"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4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757E73-7F8D-4BB1-8B8F-32F15F5981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7" y="1"/>
            <a:ext cx="4542455" cy="6858001"/>
          </a:xfrm>
          <a:custGeom>
            <a:avLst/>
            <a:gdLst>
              <a:gd name="connsiteX0" fmla="*/ 2315548 w 4542455"/>
              <a:gd name="connsiteY0" fmla="*/ 4631094 h 6858001"/>
              <a:gd name="connsiteX1" fmla="*/ 4542455 w 4542455"/>
              <a:gd name="connsiteY1" fmla="*/ 4631094 h 6858001"/>
              <a:gd name="connsiteX2" fmla="*/ 4542455 w 4542455"/>
              <a:gd name="connsiteY2" fmla="*/ 6858001 h 6858001"/>
              <a:gd name="connsiteX3" fmla="*/ 2315548 w 4542455"/>
              <a:gd name="connsiteY3" fmla="*/ 6858001 h 6858001"/>
              <a:gd name="connsiteX4" fmla="*/ 2315548 w 4542455"/>
              <a:gd name="connsiteY4" fmla="*/ 2315547 h 6858001"/>
              <a:gd name="connsiteX5" fmla="*/ 4542455 w 4542455"/>
              <a:gd name="connsiteY5" fmla="*/ 2315547 h 6858001"/>
              <a:gd name="connsiteX6" fmla="*/ 4542455 w 4542455"/>
              <a:gd name="connsiteY6" fmla="*/ 4542454 h 6858001"/>
              <a:gd name="connsiteX7" fmla="*/ 2315548 w 4542455"/>
              <a:gd name="connsiteY7" fmla="*/ 4542454 h 6858001"/>
              <a:gd name="connsiteX8" fmla="*/ 0 w 4542455"/>
              <a:gd name="connsiteY8" fmla="*/ 2315547 h 6858001"/>
              <a:gd name="connsiteX9" fmla="*/ 2226907 w 4542455"/>
              <a:gd name="connsiteY9" fmla="*/ 2315547 h 6858001"/>
              <a:gd name="connsiteX10" fmla="*/ 2226907 w 4542455"/>
              <a:gd name="connsiteY10" fmla="*/ 4542454 h 6858001"/>
              <a:gd name="connsiteX11" fmla="*/ 0 w 4542455"/>
              <a:gd name="connsiteY11" fmla="*/ 4542454 h 6858001"/>
              <a:gd name="connsiteX12" fmla="*/ 2315548 w 4542455"/>
              <a:gd name="connsiteY12" fmla="*/ 0 h 6858001"/>
              <a:gd name="connsiteX13" fmla="*/ 4542455 w 4542455"/>
              <a:gd name="connsiteY13" fmla="*/ 0 h 6858001"/>
              <a:gd name="connsiteX14" fmla="*/ 4542455 w 4542455"/>
              <a:gd name="connsiteY14" fmla="*/ 2226907 h 6858001"/>
              <a:gd name="connsiteX15" fmla="*/ 2315548 w 4542455"/>
              <a:gd name="connsiteY15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42455" h="6858001">
                <a:moveTo>
                  <a:pt x="2315548" y="4631094"/>
                </a:moveTo>
                <a:lnTo>
                  <a:pt x="4542455" y="4631094"/>
                </a:lnTo>
                <a:lnTo>
                  <a:pt x="4542455" y="6858001"/>
                </a:lnTo>
                <a:lnTo>
                  <a:pt x="2315548" y="6858001"/>
                </a:lnTo>
                <a:close/>
                <a:moveTo>
                  <a:pt x="2315548" y="2315547"/>
                </a:moveTo>
                <a:lnTo>
                  <a:pt x="4542455" y="2315547"/>
                </a:lnTo>
                <a:lnTo>
                  <a:pt x="4542455" y="4542454"/>
                </a:lnTo>
                <a:lnTo>
                  <a:pt x="2315548" y="4542454"/>
                </a:lnTo>
                <a:close/>
                <a:moveTo>
                  <a:pt x="0" y="2315547"/>
                </a:moveTo>
                <a:lnTo>
                  <a:pt x="2226907" y="2315547"/>
                </a:lnTo>
                <a:lnTo>
                  <a:pt x="2226907" y="4542454"/>
                </a:lnTo>
                <a:lnTo>
                  <a:pt x="0" y="4542454"/>
                </a:lnTo>
                <a:close/>
                <a:moveTo>
                  <a:pt x="2315548" y="0"/>
                </a:moveTo>
                <a:lnTo>
                  <a:pt x="4542455" y="0"/>
                </a:lnTo>
                <a:lnTo>
                  <a:pt x="4542455" y="2226907"/>
                </a:lnTo>
                <a:lnTo>
                  <a:pt x="2315548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6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549743-1326-4AAB-9C2F-26AAEAB537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2315546"/>
            <a:ext cx="12191998" cy="4542454"/>
          </a:xfrm>
          <a:custGeom>
            <a:avLst/>
            <a:gdLst>
              <a:gd name="connsiteX0" fmla="*/ 7649544 w 12191998"/>
              <a:gd name="connsiteY0" fmla="*/ 2315547 h 4542454"/>
              <a:gd name="connsiteX1" fmla="*/ 9876451 w 12191998"/>
              <a:gd name="connsiteY1" fmla="*/ 2315547 h 4542454"/>
              <a:gd name="connsiteX2" fmla="*/ 9876451 w 12191998"/>
              <a:gd name="connsiteY2" fmla="*/ 4542454 h 4542454"/>
              <a:gd name="connsiteX3" fmla="*/ 7649544 w 12191998"/>
              <a:gd name="connsiteY3" fmla="*/ 4542454 h 4542454"/>
              <a:gd name="connsiteX4" fmla="*/ 5333996 w 12191998"/>
              <a:gd name="connsiteY4" fmla="*/ 2315547 h 4542454"/>
              <a:gd name="connsiteX5" fmla="*/ 7560902 w 12191998"/>
              <a:gd name="connsiteY5" fmla="*/ 2315547 h 4542454"/>
              <a:gd name="connsiteX6" fmla="*/ 7560902 w 12191998"/>
              <a:gd name="connsiteY6" fmla="*/ 4542454 h 4542454"/>
              <a:gd name="connsiteX7" fmla="*/ 5333996 w 12191998"/>
              <a:gd name="connsiteY7" fmla="*/ 4542454 h 4542454"/>
              <a:gd name="connsiteX8" fmla="*/ 3018447 w 12191998"/>
              <a:gd name="connsiteY8" fmla="*/ 2315547 h 4542454"/>
              <a:gd name="connsiteX9" fmla="*/ 5245354 w 12191998"/>
              <a:gd name="connsiteY9" fmla="*/ 2315547 h 4542454"/>
              <a:gd name="connsiteX10" fmla="*/ 5245354 w 12191998"/>
              <a:gd name="connsiteY10" fmla="*/ 4542454 h 4542454"/>
              <a:gd name="connsiteX11" fmla="*/ 3018447 w 12191998"/>
              <a:gd name="connsiteY11" fmla="*/ 4542454 h 4542454"/>
              <a:gd name="connsiteX12" fmla="*/ 0 w 12191998"/>
              <a:gd name="connsiteY12" fmla="*/ 2315547 h 4542454"/>
              <a:gd name="connsiteX13" fmla="*/ 2929806 w 12191998"/>
              <a:gd name="connsiteY13" fmla="*/ 2315547 h 4542454"/>
              <a:gd name="connsiteX14" fmla="*/ 2929806 w 12191998"/>
              <a:gd name="connsiteY14" fmla="*/ 4542454 h 4542454"/>
              <a:gd name="connsiteX15" fmla="*/ 0 w 12191998"/>
              <a:gd name="connsiteY15" fmla="*/ 4542454 h 4542454"/>
              <a:gd name="connsiteX16" fmla="*/ 9965092 w 12191998"/>
              <a:gd name="connsiteY16" fmla="*/ 0 h 4542454"/>
              <a:gd name="connsiteX17" fmla="*/ 12191998 w 12191998"/>
              <a:gd name="connsiteY17" fmla="*/ 0 h 4542454"/>
              <a:gd name="connsiteX18" fmla="*/ 12191998 w 12191998"/>
              <a:gd name="connsiteY18" fmla="*/ 2226907 h 4542454"/>
              <a:gd name="connsiteX19" fmla="*/ 9965092 w 12191998"/>
              <a:gd name="connsiteY19" fmla="*/ 2226907 h 4542454"/>
              <a:gd name="connsiteX20" fmla="*/ 7649544 w 12191998"/>
              <a:gd name="connsiteY20" fmla="*/ 0 h 4542454"/>
              <a:gd name="connsiteX21" fmla="*/ 9876451 w 12191998"/>
              <a:gd name="connsiteY21" fmla="*/ 0 h 4542454"/>
              <a:gd name="connsiteX22" fmla="*/ 9876451 w 12191998"/>
              <a:gd name="connsiteY22" fmla="*/ 2226907 h 4542454"/>
              <a:gd name="connsiteX23" fmla="*/ 7649544 w 12191998"/>
              <a:gd name="connsiteY23" fmla="*/ 2226907 h 4542454"/>
              <a:gd name="connsiteX24" fmla="*/ 5333996 w 12191998"/>
              <a:gd name="connsiteY24" fmla="*/ 0 h 4542454"/>
              <a:gd name="connsiteX25" fmla="*/ 7560902 w 12191998"/>
              <a:gd name="connsiteY25" fmla="*/ 0 h 4542454"/>
              <a:gd name="connsiteX26" fmla="*/ 7560902 w 12191998"/>
              <a:gd name="connsiteY26" fmla="*/ 2226907 h 4542454"/>
              <a:gd name="connsiteX27" fmla="*/ 5333996 w 12191998"/>
              <a:gd name="connsiteY27" fmla="*/ 2226907 h 454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8" h="4542454">
                <a:moveTo>
                  <a:pt x="7649544" y="2315547"/>
                </a:moveTo>
                <a:lnTo>
                  <a:pt x="9876451" y="2315547"/>
                </a:lnTo>
                <a:lnTo>
                  <a:pt x="9876451" y="4542454"/>
                </a:lnTo>
                <a:lnTo>
                  <a:pt x="7649544" y="4542454"/>
                </a:lnTo>
                <a:close/>
                <a:moveTo>
                  <a:pt x="5333996" y="2315547"/>
                </a:moveTo>
                <a:lnTo>
                  <a:pt x="7560902" y="2315547"/>
                </a:lnTo>
                <a:lnTo>
                  <a:pt x="7560902" y="4542454"/>
                </a:lnTo>
                <a:lnTo>
                  <a:pt x="5333996" y="4542454"/>
                </a:lnTo>
                <a:close/>
                <a:moveTo>
                  <a:pt x="3018447" y="2315547"/>
                </a:moveTo>
                <a:lnTo>
                  <a:pt x="5245354" y="2315547"/>
                </a:lnTo>
                <a:lnTo>
                  <a:pt x="5245354" y="4542454"/>
                </a:lnTo>
                <a:lnTo>
                  <a:pt x="3018447" y="4542454"/>
                </a:lnTo>
                <a:close/>
                <a:moveTo>
                  <a:pt x="0" y="2315547"/>
                </a:moveTo>
                <a:lnTo>
                  <a:pt x="2929806" y="2315547"/>
                </a:lnTo>
                <a:lnTo>
                  <a:pt x="2929806" y="4542454"/>
                </a:lnTo>
                <a:lnTo>
                  <a:pt x="0" y="4542454"/>
                </a:lnTo>
                <a:close/>
                <a:moveTo>
                  <a:pt x="9965092" y="0"/>
                </a:moveTo>
                <a:lnTo>
                  <a:pt x="12191998" y="0"/>
                </a:lnTo>
                <a:lnTo>
                  <a:pt x="12191998" y="2226907"/>
                </a:lnTo>
                <a:lnTo>
                  <a:pt x="9965092" y="2226907"/>
                </a:lnTo>
                <a:close/>
                <a:moveTo>
                  <a:pt x="7649544" y="0"/>
                </a:moveTo>
                <a:lnTo>
                  <a:pt x="9876451" y="0"/>
                </a:lnTo>
                <a:lnTo>
                  <a:pt x="9876451" y="2226907"/>
                </a:lnTo>
                <a:lnTo>
                  <a:pt x="7649544" y="2226907"/>
                </a:lnTo>
                <a:close/>
                <a:moveTo>
                  <a:pt x="5333996" y="0"/>
                </a:moveTo>
                <a:lnTo>
                  <a:pt x="7560902" y="0"/>
                </a:lnTo>
                <a:lnTo>
                  <a:pt x="7560902" y="2226907"/>
                </a:lnTo>
                <a:lnTo>
                  <a:pt x="5333996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A26BC-2352-4EF6-98C5-111710131BE4}"/>
              </a:ext>
            </a:extLst>
          </p:cNvPr>
          <p:cNvSpPr/>
          <p:nvPr userDrawn="1"/>
        </p:nvSpPr>
        <p:spPr>
          <a:xfrm>
            <a:off x="9965094" y="4631094"/>
            <a:ext cx="1115568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16E313-E1B0-4609-B789-939533DD935C}"/>
              </a:ext>
            </a:extLst>
          </p:cNvPr>
          <p:cNvSpPr/>
          <p:nvPr userDrawn="1"/>
        </p:nvSpPr>
        <p:spPr>
          <a:xfrm>
            <a:off x="7649546" y="2315547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CA985E-84EF-4BD3-B014-EAD3590A0939}"/>
              </a:ext>
            </a:extLst>
          </p:cNvPr>
          <p:cNvSpPr/>
          <p:nvPr userDrawn="1"/>
        </p:nvSpPr>
        <p:spPr>
          <a:xfrm>
            <a:off x="5333997" y="2315547"/>
            <a:ext cx="2226907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BFE98C4-303F-4A45-85FB-053F436D3C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6" y="1"/>
            <a:ext cx="4542454" cy="2226907"/>
          </a:xfrm>
          <a:custGeom>
            <a:avLst/>
            <a:gdLst>
              <a:gd name="connsiteX0" fmla="*/ 0 w 4542454"/>
              <a:gd name="connsiteY0" fmla="*/ 0 h 2226907"/>
              <a:gd name="connsiteX1" fmla="*/ 4542454 w 4542454"/>
              <a:gd name="connsiteY1" fmla="*/ 0 h 2226907"/>
              <a:gd name="connsiteX2" fmla="*/ 4542454 w 4542454"/>
              <a:gd name="connsiteY2" fmla="*/ 2226907 h 2226907"/>
              <a:gd name="connsiteX3" fmla="*/ 0 w 4542454"/>
              <a:gd name="connsiteY3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454" h="2226907">
                <a:moveTo>
                  <a:pt x="0" y="0"/>
                </a:moveTo>
                <a:lnTo>
                  <a:pt x="4542454" y="0"/>
                </a:lnTo>
                <a:lnTo>
                  <a:pt x="4542454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44E95F-EA70-4EC4-B93D-9E026158FB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18448" y="4631094"/>
            <a:ext cx="4542454" cy="2226907"/>
          </a:xfrm>
          <a:custGeom>
            <a:avLst/>
            <a:gdLst>
              <a:gd name="connsiteX0" fmla="*/ 0 w 4542454"/>
              <a:gd name="connsiteY0" fmla="*/ 0 h 2226907"/>
              <a:gd name="connsiteX1" fmla="*/ 4542454 w 4542454"/>
              <a:gd name="connsiteY1" fmla="*/ 0 h 2226907"/>
              <a:gd name="connsiteX2" fmla="*/ 4542454 w 4542454"/>
              <a:gd name="connsiteY2" fmla="*/ 2226907 h 2226907"/>
              <a:gd name="connsiteX3" fmla="*/ 0 w 4542454"/>
              <a:gd name="connsiteY3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454" h="2226907">
                <a:moveTo>
                  <a:pt x="0" y="0"/>
                </a:moveTo>
                <a:lnTo>
                  <a:pt x="4542454" y="0"/>
                </a:lnTo>
                <a:lnTo>
                  <a:pt x="4542454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6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4C8209-03FB-4C59-ABF0-3E8F38896850}"/>
              </a:ext>
            </a:extLst>
          </p:cNvPr>
          <p:cNvSpPr/>
          <p:nvPr userDrawn="1"/>
        </p:nvSpPr>
        <p:spPr>
          <a:xfrm>
            <a:off x="5229122" y="-1"/>
            <a:ext cx="1115568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472312-15CA-4B08-A6F3-395E5A71E0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5334" y="0"/>
            <a:ext cx="4542456" cy="6858001"/>
          </a:xfrm>
          <a:custGeom>
            <a:avLst/>
            <a:gdLst>
              <a:gd name="connsiteX0" fmla="*/ 2315549 w 4542456"/>
              <a:gd name="connsiteY0" fmla="*/ 4631094 h 6858001"/>
              <a:gd name="connsiteX1" fmla="*/ 4542456 w 4542456"/>
              <a:gd name="connsiteY1" fmla="*/ 4631094 h 6858001"/>
              <a:gd name="connsiteX2" fmla="*/ 4542456 w 4542456"/>
              <a:gd name="connsiteY2" fmla="*/ 6858001 h 6858001"/>
              <a:gd name="connsiteX3" fmla="*/ 2315549 w 4542456"/>
              <a:gd name="connsiteY3" fmla="*/ 6858001 h 6858001"/>
              <a:gd name="connsiteX4" fmla="*/ 0 w 4542456"/>
              <a:gd name="connsiteY4" fmla="*/ 3512559 h 6858001"/>
              <a:gd name="connsiteX5" fmla="*/ 2226907 w 4542456"/>
              <a:gd name="connsiteY5" fmla="*/ 3512559 h 6858001"/>
              <a:gd name="connsiteX6" fmla="*/ 2226907 w 4542456"/>
              <a:gd name="connsiteY6" fmla="*/ 5739466 h 6858001"/>
              <a:gd name="connsiteX7" fmla="*/ 0 w 4542456"/>
              <a:gd name="connsiteY7" fmla="*/ 5739466 h 6858001"/>
              <a:gd name="connsiteX8" fmla="*/ 2315549 w 4542456"/>
              <a:gd name="connsiteY8" fmla="*/ 2315547 h 6858001"/>
              <a:gd name="connsiteX9" fmla="*/ 4542456 w 4542456"/>
              <a:gd name="connsiteY9" fmla="*/ 2315547 h 6858001"/>
              <a:gd name="connsiteX10" fmla="*/ 4542456 w 4542456"/>
              <a:gd name="connsiteY10" fmla="*/ 4542454 h 6858001"/>
              <a:gd name="connsiteX11" fmla="*/ 2315549 w 4542456"/>
              <a:gd name="connsiteY11" fmla="*/ 4542454 h 6858001"/>
              <a:gd name="connsiteX12" fmla="*/ 0 w 4542456"/>
              <a:gd name="connsiteY12" fmla="*/ 1197012 h 6858001"/>
              <a:gd name="connsiteX13" fmla="*/ 2226907 w 4542456"/>
              <a:gd name="connsiteY13" fmla="*/ 1197012 h 6858001"/>
              <a:gd name="connsiteX14" fmla="*/ 2226907 w 4542456"/>
              <a:gd name="connsiteY14" fmla="*/ 3423919 h 6858001"/>
              <a:gd name="connsiteX15" fmla="*/ 0 w 4542456"/>
              <a:gd name="connsiteY15" fmla="*/ 3423919 h 6858001"/>
              <a:gd name="connsiteX16" fmla="*/ 0 w 4542456"/>
              <a:gd name="connsiteY16" fmla="*/ 0 h 6858001"/>
              <a:gd name="connsiteX17" fmla="*/ 2226907 w 4542456"/>
              <a:gd name="connsiteY17" fmla="*/ 0 h 6858001"/>
              <a:gd name="connsiteX18" fmla="*/ 2226907 w 4542456"/>
              <a:gd name="connsiteY18" fmla="*/ 1113453 h 6858001"/>
              <a:gd name="connsiteX19" fmla="*/ 0 w 4542456"/>
              <a:gd name="connsiteY19" fmla="*/ 111345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42456" h="6858001">
                <a:moveTo>
                  <a:pt x="2315549" y="4631094"/>
                </a:moveTo>
                <a:lnTo>
                  <a:pt x="4542456" y="4631094"/>
                </a:lnTo>
                <a:lnTo>
                  <a:pt x="4542456" y="6858001"/>
                </a:lnTo>
                <a:lnTo>
                  <a:pt x="2315549" y="6858001"/>
                </a:lnTo>
                <a:close/>
                <a:moveTo>
                  <a:pt x="0" y="3512559"/>
                </a:moveTo>
                <a:lnTo>
                  <a:pt x="2226907" y="3512559"/>
                </a:lnTo>
                <a:lnTo>
                  <a:pt x="2226907" y="5739466"/>
                </a:lnTo>
                <a:lnTo>
                  <a:pt x="0" y="5739466"/>
                </a:lnTo>
                <a:close/>
                <a:moveTo>
                  <a:pt x="2315549" y="2315547"/>
                </a:moveTo>
                <a:lnTo>
                  <a:pt x="4542456" y="2315547"/>
                </a:lnTo>
                <a:lnTo>
                  <a:pt x="4542456" y="4542454"/>
                </a:lnTo>
                <a:lnTo>
                  <a:pt x="2315549" y="4542454"/>
                </a:lnTo>
                <a:close/>
                <a:moveTo>
                  <a:pt x="0" y="1197012"/>
                </a:moveTo>
                <a:lnTo>
                  <a:pt x="2226907" y="1197012"/>
                </a:lnTo>
                <a:lnTo>
                  <a:pt x="2226907" y="3423919"/>
                </a:lnTo>
                <a:lnTo>
                  <a:pt x="0" y="3423919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1113453"/>
                </a:lnTo>
                <a:lnTo>
                  <a:pt x="0" y="1113453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5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7AB350-777F-4664-A037-0B029E712CDB}"/>
              </a:ext>
            </a:extLst>
          </p:cNvPr>
          <p:cNvSpPr/>
          <p:nvPr userDrawn="1"/>
        </p:nvSpPr>
        <p:spPr>
          <a:xfrm>
            <a:off x="9965095" y="0"/>
            <a:ext cx="2226907" cy="1115568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FB04E01-E361-4854-A626-05BC58BDB4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5" y="1202094"/>
            <a:ext cx="4542456" cy="3340361"/>
          </a:xfrm>
          <a:custGeom>
            <a:avLst/>
            <a:gdLst>
              <a:gd name="connsiteX0" fmla="*/ 0 w 4542456"/>
              <a:gd name="connsiteY0" fmla="*/ 1113454 h 3340361"/>
              <a:gd name="connsiteX1" fmla="*/ 2226907 w 4542456"/>
              <a:gd name="connsiteY1" fmla="*/ 1113454 h 3340361"/>
              <a:gd name="connsiteX2" fmla="*/ 2226907 w 4542456"/>
              <a:gd name="connsiteY2" fmla="*/ 3340361 h 3340361"/>
              <a:gd name="connsiteX3" fmla="*/ 0 w 4542456"/>
              <a:gd name="connsiteY3" fmla="*/ 3340361 h 3340361"/>
              <a:gd name="connsiteX4" fmla="*/ 2315549 w 4542456"/>
              <a:gd name="connsiteY4" fmla="*/ 0 h 3340361"/>
              <a:gd name="connsiteX5" fmla="*/ 4542456 w 4542456"/>
              <a:gd name="connsiteY5" fmla="*/ 0 h 3340361"/>
              <a:gd name="connsiteX6" fmla="*/ 4542456 w 4542456"/>
              <a:gd name="connsiteY6" fmla="*/ 2226907 h 3340361"/>
              <a:gd name="connsiteX7" fmla="*/ 2315549 w 4542456"/>
              <a:gd name="connsiteY7" fmla="*/ 2226907 h 3340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42456" h="3340361">
                <a:moveTo>
                  <a:pt x="0" y="1113454"/>
                </a:moveTo>
                <a:lnTo>
                  <a:pt x="2226907" y="1113454"/>
                </a:lnTo>
                <a:lnTo>
                  <a:pt x="2226907" y="3340361"/>
                </a:lnTo>
                <a:lnTo>
                  <a:pt x="0" y="3340361"/>
                </a:lnTo>
                <a:close/>
                <a:moveTo>
                  <a:pt x="2315549" y="0"/>
                </a:moveTo>
                <a:lnTo>
                  <a:pt x="4542456" y="0"/>
                </a:lnTo>
                <a:lnTo>
                  <a:pt x="4542456" y="2226907"/>
                </a:lnTo>
                <a:lnTo>
                  <a:pt x="2315549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83D0487-9EC3-4B85-B561-A0C110BBE7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33998" y="3517641"/>
            <a:ext cx="2226907" cy="2226907"/>
          </a:xfrm>
          <a:custGeom>
            <a:avLst/>
            <a:gdLst>
              <a:gd name="connsiteX0" fmla="*/ 0 w 2226907"/>
              <a:gd name="connsiteY0" fmla="*/ 0 h 2226907"/>
              <a:gd name="connsiteX1" fmla="*/ 2226907 w 2226907"/>
              <a:gd name="connsiteY1" fmla="*/ 0 h 2226907"/>
              <a:gd name="connsiteX2" fmla="*/ 2226907 w 2226907"/>
              <a:gd name="connsiteY2" fmla="*/ 2226907 h 2226907"/>
              <a:gd name="connsiteX3" fmla="*/ 0 w 2226907"/>
              <a:gd name="connsiteY3" fmla="*/ 2226907 h 22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907" h="2226907"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23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B97D36-C251-4352-8397-B9316A3E17CB}"/>
              </a:ext>
            </a:extLst>
          </p:cNvPr>
          <p:cNvSpPr/>
          <p:nvPr userDrawn="1"/>
        </p:nvSpPr>
        <p:spPr>
          <a:xfrm>
            <a:off x="2315548" y="3517640"/>
            <a:ext cx="2226907" cy="1115568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FE03FE1-B124-44D1-91E9-4662FB17D7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4542456" cy="6857999"/>
          </a:xfrm>
          <a:custGeom>
            <a:avLst/>
            <a:gdLst>
              <a:gd name="connsiteX0" fmla="*/ 0 w 4542456"/>
              <a:gd name="connsiteY0" fmla="*/ 2315546 h 6857999"/>
              <a:gd name="connsiteX1" fmla="*/ 2226907 w 4542456"/>
              <a:gd name="connsiteY1" fmla="*/ 2315546 h 6857999"/>
              <a:gd name="connsiteX2" fmla="*/ 2226907 w 4542456"/>
              <a:gd name="connsiteY2" fmla="*/ 6857999 h 6857999"/>
              <a:gd name="connsiteX3" fmla="*/ 0 w 4542456"/>
              <a:gd name="connsiteY3" fmla="*/ 6857999 h 6857999"/>
              <a:gd name="connsiteX4" fmla="*/ 2315549 w 4542456"/>
              <a:gd name="connsiteY4" fmla="*/ 0 h 6857999"/>
              <a:gd name="connsiteX5" fmla="*/ 4542456 w 4542456"/>
              <a:gd name="connsiteY5" fmla="*/ 0 h 6857999"/>
              <a:gd name="connsiteX6" fmla="*/ 4542456 w 4542456"/>
              <a:gd name="connsiteY6" fmla="*/ 3429000 h 6857999"/>
              <a:gd name="connsiteX7" fmla="*/ 2315549 w 4542456"/>
              <a:gd name="connsiteY7" fmla="*/ 34290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42456" h="6857999">
                <a:moveTo>
                  <a:pt x="0" y="2315546"/>
                </a:moveTo>
                <a:lnTo>
                  <a:pt x="2226907" y="2315546"/>
                </a:lnTo>
                <a:lnTo>
                  <a:pt x="2226907" y="6857999"/>
                </a:lnTo>
                <a:lnTo>
                  <a:pt x="0" y="6857999"/>
                </a:lnTo>
                <a:close/>
                <a:moveTo>
                  <a:pt x="2315549" y="0"/>
                </a:moveTo>
                <a:lnTo>
                  <a:pt x="4542456" y="0"/>
                </a:lnTo>
                <a:lnTo>
                  <a:pt x="4542456" y="3429000"/>
                </a:lnTo>
                <a:lnTo>
                  <a:pt x="2315549" y="3429000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1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BEE10F-1F77-4395-AF2F-8CFC732EE268}"/>
              </a:ext>
            </a:extLst>
          </p:cNvPr>
          <p:cNvSpPr/>
          <p:nvPr userDrawn="1"/>
        </p:nvSpPr>
        <p:spPr>
          <a:xfrm>
            <a:off x="7649546" y="0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74A29E2-B22B-4E77-A16A-AC0449825B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3996" y="1111170"/>
            <a:ext cx="6858004" cy="4635663"/>
          </a:xfrm>
          <a:custGeom>
            <a:avLst/>
            <a:gdLst>
              <a:gd name="connsiteX0" fmla="*/ 2315549 w 6858004"/>
              <a:gd name="connsiteY0" fmla="*/ 1204378 h 4635663"/>
              <a:gd name="connsiteX1" fmla="*/ 4542456 w 6858004"/>
              <a:gd name="connsiteY1" fmla="*/ 1204378 h 4635663"/>
              <a:gd name="connsiteX2" fmla="*/ 4542456 w 6858004"/>
              <a:gd name="connsiteY2" fmla="*/ 4635663 h 4635663"/>
              <a:gd name="connsiteX3" fmla="*/ 2315549 w 6858004"/>
              <a:gd name="connsiteY3" fmla="*/ 4635663 h 4635663"/>
              <a:gd name="connsiteX4" fmla="*/ 4631097 w 6858004"/>
              <a:gd name="connsiteY4" fmla="*/ 0 h 4635663"/>
              <a:gd name="connsiteX5" fmla="*/ 6858004 w 6858004"/>
              <a:gd name="connsiteY5" fmla="*/ 0 h 4635663"/>
              <a:gd name="connsiteX6" fmla="*/ 6858004 w 6858004"/>
              <a:gd name="connsiteY6" fmla="*/ 3431285 h 4635663"/>
              <a:gd name="connsiteX7" fmla="*/ 4631097 w 6858004"/>
              <a:gd name="connsiteY7" fmla="*/ 3431285 h 4635663"/>
              <a:gd name="connsiteX8" fmla="*/ 0 w 6858004"/>
              <a:gd name="connsiteY8" fmla="*/ 0 h 4635663"/>
              <a:gd name="connsiteX9" fmla="*/ 2226907 w 6858004"/>
              <a:gd name="connsiteY9" fmla="*/ 0 h 4635663"/>
              <a:gd name="connsiteX10" fmla="*/ 2226907 w 6858004"/>
              <a:gd name="connsiteY10" fmla="*/ 3431285 h 4635663"/>
              <a:gd name="connsiteX11" fmla="*/ 0 w 6858004"/>
              <a:gd name="connsiteY11" fmla="*/ 3431285 h 463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4" h="4635663">
                <a:moveTo>
                  <a:pt x="2315549" y="1204378"/>
                </a:moveTo>
                <a:lnTo>
                  <a:pt x="4542456" y="1204378"/>
                </a:lnTo>
                <a:lnTo>
                  <a:pt x="4542456" y="4635663"/>
                </a:lnTo>
                <a:lnTo>
                  <a:pt x="2315549" y="4635663"/>
                </a:lnTo>
                <a:close/>
                <a:moveTo>
                  <a:pt x="4631097" y="0"/>
                </a:moveTo>
                <a:lnTo>
                  <a:pt x="6858004" y="0"/>
                </a:lnTo>
                <a:lnTo>
                  <a:pt x="6858004" y="3431285"/>
                </a:lnTo>
                <a:lnTo>
                  <a:pt x="4631097" y="3431285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3431285"/>
                </a:lnTo>
                <a:lnTo>
                  <a:pt x="0" y="3431285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39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C87BDBA-E3C2-40FC-9F81-6B4B23E73E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9546" y="0"/>
            <a:ext cx="4542455" cy="6858001"/>
          </a:xfrm>
          <a:custGeom>
            <a:avLst/>
            <a:gdLst>
              <a:gd name="connsiteX0" fmla="*/ 2315548 w 4542455"/>
              <a:gd name="connsiteY0" fmla="*/ 4631094 h 6858001"/>
              <a:gd name="connsiteX1" fmla="*/ 4542455 w 4542455"/>
              <a:gd name="connsiteY1" fmla="*/ 4631094 h 6858001"/>
              <a:gd name="connsiteX2" fmla="*/ 4542455 w 4542455"/>
              <a:gd name="connsiteY2" fmla="*/ 6858001 h 6858001"/>
              <a:gd name="connsiteX3" fmla="*/ 2315548 w 4542455"/>
              <a:gd name="connsiteY3" fmla="*/ 6858001 h 6858001"/>
              <a:gd name="connsiteX4" fmla="*/ 0 w 4542455"/>
              <a:gd name="connsiteY4" fmla="*/ 4631094 h 6858001"/>
              <a:gd name="connsiteX5" fmla="*/ 2226907 w 4542455"/>
              <a:gd name="connsiteY5" fmla="*/ 4631094 h 6858001"/>
              <a:gd name="connsiteX6" fmla="*/ 2226907 w 4542455"/>
              <a:gd name="connsiteY6" fmla="*/ 6858001 h 6858001"/>
              <a:gd name="connsiteX7" fmla="*/ 0 w 4542455"/>
              <a:gd name="connsiteY7" fmla="*/ 6858001 h 6858001"/>
              <a:gd name="connsiteX8" fmla="*/ 2315548 w 4542455"/>
              <a:gd name="connsiteY8" fmla="*/ 2315547 h 6858001"/>
              <a:gd name="connsiteX9" fmla="*/ 4542455 w 4542455"/>
              <a:gd name="connsiteY9" fmla="*/ 2315547 h 6858001"/>
              <a:gd name="connsiteX10" fmla="*/ 4542455 w 4542455"/>
              <a:gd name="connsiteY10" fmla="*/ 4542454 h 6858001"/>
              <a:gd name="connsiteX11" fmla="*/ 2315548 w 4542455"/>
              <a:gd name="connsiteY11" fmla="*/ 4542454 h 6858001"/>
              <a:gd name="connsiteX12" fmla="*/ 0 w 4542455"/>
              <a:gd name="connsiteY12" fmla="*/ 2315547 h 6858001"/>
              <a:gd name="connsiteX13" fmla="*/ 2226907 w 4542455"/>
              <a:gd name="connsiteY13" fmla="*/ 2315547 h 6858001"/>
              <a:gd name="connsiteX14" fmla="*/ 2226907 w 4542455"/>
              <a:gd name="connsiteY14" fmla="*/ 4542454 h 6858001"/>
              <a:gd name="connsiteX15" fmla="*/ 0 w 4542455"/>
              <a:gd name="connsiteY15" fmla="*/ 4542454 h 6858001"/>
              <a:gd name="connsiteX16" fmla="*/ 2315548 w 4542455"/>
              <a:gd name="connsiteY16" fmla="*/ 1 h 6858001"/>
              <a:gd name="connsiteX17" fmla="*/ 4542455 w 4542455"/>
              <a:gd name="connsiteY17" fmla="*/ 1 h 6858001"/>
              <a:gd name="connsiteX18" fmla="*/ 4542455 w 4542455"/>
              <a:gd name="connsiteY18" fmla="*/ 2226908 h 6858001"/>
              <a:gd name="connsiteX19" fmla="*/ 2315548 w 4542455"/>
              <a:gd name="connsiteY19" fmla="*/ 2226908 h 6858001"/>
              <a:gd name="connsiteX20" fmla="*/ 0 w 4542455"/>
              <a:gd name="connsiteY20" fmla="*/ 0 h 6858001"/>
              <a:gd name="connsiteX21" fmla="*/ 2226907 w 4542455"/>
              <a:gd name="connsiteY21" fmla="*/ 0 h 6858001"/>
              <a:gd name="connsiteX22" fmla="*/ 2226907 w 4542455"/>
              <a:gd name="connsiteY22" fmla="*/ 2226907 h 6858001"/>
              <a:gd name="connsiteX23" fmla="*/ 0 w 4542455"/>
              <a:gd name="connsiteY23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42455" h="6858001">
                <a:moveTo>
                  <a:pt x="2315548" y="4631094"/>
                </a:moveTo>
                <a:lnTo>
                  <a:pt x="4542455" y="4631094"/>
                </a:lnTo>
                <a:lnTo>
                  <a:pt x="4542455" y="6858001"/>
                </a:lnTo>
                <a:lnTo>
                  <a:pt x="2315548" y="6858001"/>
                </a:lnTo>
                <a:close/>
                <a:moveTo>
                  <a:pt x="0" y="4631094"/>
                </a:moveTo>
                <a:lnTo>
                  <a:pt x="2226907" y="4631094"/>
                </a:lnTo>
                <a:lnTo>
                  <a:pt x="2226907" y="6858001"/>
                </a:lnTo>
                <a:lnTo>
                  <a:pt x="0" y="6858001"/>
                </a:lnTo>
                <a:close/>
                <a:moveTo>
                  <a:pt x="2315548" y="2315547"/>
                </a:moveTo>
                <a:lnTo>
                  <a:pt x="4542455" y="2315547"/>
                </a:lnTo>
                <a:lnTo>
                  <a:pt x="4542455" y="4542454"/>
                </a:lnTo>
                <a:lnTo>
                  <a:pt x="2315548" y="4542454"/>
                </a:lnTo>
                <a:close/>
                <a:moveTo>
                  <a:pt x="0" y="2315547"/>
                </a:moveTo>
                <a:lnTo>
                  <a:pt x="2226907" y="2315547"/>
                </a:lnTo>
                <a:lnTo>
                  <a:pt x="2226907" y="4542454"/>
                </a:lnTo>
                <a:lnTo>
                  <a:pt x="0" y="4542454"/>
                </a:lnTo>
                <a:close/>
                <a:moveTo>
                  <a:pt x="2315548" y="1"/>
                </a:moveTo>
                <a:lnTo>
                  <a:pt x="4542455" y="1"/>
                </a:lnTo>
                <a:lnTo>
                  <a:pt x="4542455" y="2226908"/>
                </a:lnTo>
                <a:lnTo>
                  <a:pt x="2315548" y="2226908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71D09A-C872-4664-A3D1-EA76CF7181CE}"/>
              </a:ext>
            </a:extLst>
          </p:cNvPr>
          <p:cNvSpPr/>
          <p:nvPr userDrawn="1"/>
        </p:nvSpPr>
        <p:spPr>
          <a:xfrm>
            <a:off x="6447450" y="-1"/>
            <a:ext cx="1115568" cy="2226907"/>
          </a:xfrm>
          <a:prstGeom prst="rect">
            <a:avLst/>
          </a:prstGeom>
          <a:solidFill>
            <a:srgbClr val="68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1B647E-BCC6-4D27-B796-BDAEAE3F02CC}"/>
              </a:ext>
            </a:extLst>
          </p:cNvPr>
          <p:cNvSpPr/>
          <p:nvPr userDrawn="1"/>
        </p:nvSpPr>
        <p:spPr>
          <a:xfrm>
            <a:off x="9965094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AE1B1A-51B7-4041-B7A0-6A1258D805C3}"/>
              </a:ext>
            </a:extLst>
          </p:cNvPr>
          <p:cNvSpPr/>
          <p:nvPr userDrawn="1"/>
        </p:nvSpPr>
        <p:spPr>
          <a:xfrm>
            <a:off x="7649546" y="0"/>
            <a:ext cx="2226907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2437B-27E1-4FC9-83EA-AE8044AAF2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440" y="914400"/>
            <a:ext cx="2030160" cy="4104968"/>
          </a:xfrm>
          <a:prstGeom prst="rect">
            <a:avLst/>
          </a:prstGeom>
          <a:effectLst>
            <a:outerShdw blurRad="190500" dist="63500" dir="2700000" algn="tl" rotWithShape="0">
              <a:schemeClr val="tx1">
                <a:alpha val="30000"/>
              </a:scheme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73ECD3-DAB4-416F-9420-F62F3A2A0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182" y="1838632"/>
            <a:ext cx="2030160" cy="4104968"/>
          </a:xfrm>
          <a:prstGeom prst="rect">
            <a:avLst/>
          </a:prstGeom>
          <a:effectLst>
            <a:outerShdw blurRad="190500" dist="63500" dir="2700000" algn="tl" rotWithShape="0">
              <a:schemeClr val="tx1">
                <a:alpha val="30000"/>
              </a:schemeClr>
            </a:outerShdw>
          </a:effectLst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AA598B4-C982-46C9-9980-7E00FE6A5C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48648" y="1009298"/>
            <a:ext cx="1828854" cy="3922171"/>
          </a:xfrm>
          <a:custGeom>
            <a:avLst/>
            <a:gdLst>
              <a:gd name="connsiteX0" fmla="*/ 221833 w 1828854"/>
              <a:gd name="connsiteY0" fmla="*/ 0 h 3922171"/>
              <a:gd name="connsiteX1" fmla="*/ 403449 w 1828854"/>
              <a:gd name="connsiteY1" fmla="*/ 0 h 3922171"/>
              <a:gd name="connsiteX2" fmla="*/ 428003 w 1828854"/>
              <a:gd name="connsiteY2" fmla="*/ 24808 h 3922171"/>
              <a:gd name="connsiteX3" fmla="*/ 551196 w 1828854"/>
              <a:gd name="connsiteY3" fmla="*/ 147586 h 3922171"/>
              <a:gd name="connsiteX4" fmla="*/ 1278081 w 1828854"/>
              <a:gd name="connsiteY4" fmla="*/ 147586 h 3922171"/>
              <a:gd name="connsiteX5" fmla="*/ 1401275 w 1828854"/>
              <a:gd name="connsiteY5" fmla="*/ 24808 h 3922171"/>
              <a:gd name="connsiteX6" fmla="*/ 1425829 w 1828854"/>
              <a:gd name="connsiteY6" fmla="*/ 0 h 3922171"/>
              <a:gd name="connsiteX7" fmla="*/ 1607444 w 1828854"/>
              <a:gd name="connsiteY7" fmla="*/ 0 h 3922171"/>
              <a:gd name="connsiteX8" fmla="*/ 1828854 w 1828854"/>
              <a:gd name="connsiteY8" fmla="*/ 221169 h 3922171"/>
              <a:gd name="connsiteX9" fmla="*/ 1828854 w 1828854"/>
              <a:gd name="connsiteY9" fmla="*/ 3701423 h 3922171"/>
              <a:gd name="connsiteX10" fmla="*/ 1607444 w 1828854"/>
              <a:gd name="connsiteY10" fmla="*/ 3922171 h 3922171"/>
              <a:gd name="connsiteX11" fmla="*/ 221833 w 1828854"/>
              <a:gd name="connsiteY11" fmla="*/ 3922171 h 3922171"/>
              <a:gd name="connsiteX12" fmla="*/ 0 w 1828854"/>
              <a:gd name="connsiteY12" fmla="*/ 3701423 h 3922171"/>
              <a:gd name="connsiteX13" fmla="*/ 0 w 1828854"/>
              <a:gd name="connsiteY13" fmla="*/ 221169 h 3922171"/>
              <a:gd name="connsiteX14" fmla="*/ 221833 w 1828854"/>
              <a:gd name="connsiteY14" fmla="*/ 0 h 3922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8854" h="3922171">
                <a:moveTo>
                  <a:pt x="221833" y="0"/>
                </a:moveTo>
                <a:cubicBezTo>
                  <a:pt x="221833" y="0"/>
                  <a:pt x="221833" y="0"/>
                  <a:pt x="403449" y="0"/>
                </a:cubicBezTo>
                <a:cubicBezTo>
                  <a:pt x="419112" y="0"/>
                  <a:pt x="428003" y="12614"/>
                  <a:pt x="428003" y="24808"/>
                </a:cubicBezTo>
                <a:cubicBezTo>
                  <a:pt x="428003" y="92084"/>
                  <a:pt x="483461" y="147586"/>
                  <a:pt x="551196" y="147586"/>
                </a:cubicBezTo>
                <a:cubicBezTo>
                  <a:pt x="551196" y="147586"/>
                  <a:pt x="551196" y="147586"/>
                  <a:pt x="1278081" y="147586"/>
                </a:cubicBezTo>
                <a:cubicBezTo>
                  <a:pt x="1345816" y="147586"/>
                  <a:pt x="1401275" y="92084"/>
                  <a:pt x="1401275" y="24808"/>
                </a:cubicBezTo>
                <a:cubicBezTo>
                  <a:pt x="1401275" y="12614"/>
                  <a:pt x="1410165" y="0"/>
                  <a:pt x="1425829" y="0"/>
                </a:cubicBezTo>
                <a:cubicBezTo>
                  <a:pt x="1425829" y="0"/>
                  <a:pt x="1425829" y="0"/>
                  <a:pt x="1607444" y="0"/>
                </a:cubicBezTo>
                <a:cubicBezTo>
                  <a:pt x="1730638" y="0"/>
                  <a:pt x="1828854" y="98391"/>
                  <a:pt x="1828854" y="221169"/>
                </a:cubicBezTo>
                <a:cubicBezTo>
                  <a:pt x="1828854" y="221169"/>
                  <a:pt x="1828854" y="221169"/>
                  <a:pt x="1828854" y="3701423"/>
                </a:cubicBezTo>
                <a:cubicBezTo>
                  <a:pt x="1828854" y="3824201"/>
                  <a:pt x="1730638" y="3922171"/>
                  <a:pt x="1607444" y="3922171"/>
                </a:cubicBezTo>
                <a:cubicBezTo>
                  <a:pt x="1607444" y="3922171"/>
                  <a:pt x="1607444" y="3922171"/>
                  <a:pt x="221833" y="3922171"/>
                </a:cubicBezTo>
                <a:cubicBezTo>
                  <a:pt x="98640" y="3922171"/>
                  <a:pt x="0" y="3824201"/>
                  <a:pt x="0" y="3701423"/>
                </a:cubicBezTo>
                <a:cubicBezTo>
                  <a:pt x="0" y="3701423"/>
                  <a:pt x="0" y="3701423"/>
                  <a:pt x="0" y="221169"/>
                </a:cubicBezTo>
                <a:cubicBezTo>
                  <a:pt x="0" y="98391"/>
                  <a:pt x="98640" y="0"/>
                  <a:pt x="221833" y="0"/>
                </a:cubicBez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05CB0B-3C29-47F4-8F48-BC2932A084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18390" y="1933530"/>
            <a:ext cx="1828854" cy="3922171"/>
          </a:xfrm>
          <a:custGeom>
            <a:avLst/>
            <a:gdLst>
              <a:gd name="connsiteX0" fmla="*/ 221833 w 1828854"/>
              <a:gd name="connsiteY0" fmla="*/ 0 h 3922171"/>
              <a:gd name="connsiteX1" fmla="*/ 403449 w 1828854"/>
              <a:gd name="connsiteY1" fmla="*/ 0 h 3922171"/>
              <a:gd name="connsiteX2" fmla="*/ 428003 w 1828854"/>
              <a:gd name="connsiteY2" fmla="*/ 24808 h 3922171"/>
              <a:gd name="connsiteX3" fmla="*/ 551196 w 1828854"/>
              <a:gd name="connsiteY3" fmla="*/ 147586 h 3922171"/>
              <a:gd name="connsiteX4" fmla="*/ 1278081 w 1828854"/>
              <a:gd name="connsiteY4" fmla="*/ 147586 h 3922171"/>
              <a:gd name="connsiteX5" fmla="*/ 1401275 w 1828854"/>
              <a:gd name="connsiteY5" fmla="*/ 24808 h 3922171"/>
              <a:gd name="connsiteX6" fmla="*/ 1425829 w 1828854"/>
              <a:gd name="connsiteY6" fmla="*/ 0 h 3922171"/>
              <a:gd name="connsiteX7" fmla="*/ 1607444 w 1828854"/>
              <a:gd name="connsiteY7" fmla="*/ 0 h 3922171"/>
              <a:gd name="connsiteX8" fmla="*/ 1828854 w 1828854"/>
              <a:gd name="connsiteY8" fmla="*/ 221169 h 3922171"/>
              <a:gd name="connsiteX9" fmla="*/ 1828854 w 1828854"/>
              <a:gd name="connsiteY9" fmla="*/ 3701423 h 3922171"/>
              <a:gd name="connsiteX10" fmla="*/ 1607444 w 1828854"/>
              <a:gd name="connsiteY10" fmla="*/ 3922171 h 3922171"/>
              <a:gd name="connsiteX11" fmla="*/ 221833 w 1828854"/>
              <a:gd name="connsiteY11" fmla="*/ 3922171 h 3922171"/>
              <a:gd name="connsiteX12" fmla="*/ 0 w 1828854"/>
              <a:gd name="connsiteY12" fmla="*/ 3701423 h 3922171"/>
              <a:gd name="connsiteX13" fmla="*/ 0 w 1828854"/>
              <a:gd name="connsiteY13" fmla="*/ 221169 h 3922171"/>
              <a:gd name="connsiteX14" fmla="*/ 221833 w 1828854"/>
              <a:gd name="connsiteY14" fmla="*/ 0 h 3922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8854" h="3922171">
                <a:moveTo>
                  <a:pt x="221833" y="0"/>
                </a:moveTo>
                <a:cubicBezTo>
                  <a:pt x="221833" y="0"/>
                  <a:pt x="221833" y="0"/>
                  <a:pt x="403449" y="0"/>
                </a:cubicBezTo>
                <a:cubicBezTo>
                  <a:pt x="419113" y="0"/>
                  <a:pt x="428003" y="12614"/>
                  <a:pt x="428003" y="24808"/>
                </a:cubicBezTo>
                <a:cubicBezTo>
                  <a:pt x="428003" y="92084"/>
                  <a:pt x="483461" y="147586"/>
                  <a:pt x="551196" y="147586"/>
                </a:cubicBezTo>
                <a:cubicBezTo>
                  <a:pt x="551196" y="147586"/>
                  <a:pt x="551196" y="147586"/>
                  <a:pt x="1278081" y="147586"/>
                </a:cubicBezTo>
                <a:cubicBezTo>
                  <a:pt x="1345816" y="147586"/>
                  <a:pt x="1401275" y="92084"/>
                  <a:pt x="1401275" y="24808"/>
                </a:cubicBezTo>
                <a:cubicBezTo>
                  <a:pt x="1401275" y="12614"/>
                  <a:pt x="1410165" y="0"/>
                  <a:pt x="1425829" y="0"/>
                </a:cubicBezTo>
                <a:cubicBezTo>
                  <a:pt x="1425829" y="0"/>
                  <a:pt x="1425829" y="0"/>
                  <a:pt x="1607444" y="0"/>
                </a:cubicBezTo>
                <a:cubicBezTo>
                  <a:pt x="1730638" y="0"/>
                  <a:pt x="1828854" y="98391"/>
                  <a:pt x="1828854" y="221169"/>
                </a:cubicBezTo>
                <a:cubicBezTo>
                  <a:pt x="1828854" y="221169"/>
                  <a:pt x="1828854" y="221169"/>
                  <a:pt x="1828854" y="3701423"/>
                </a:cubicBezTo>
                <a:cubicBezTo>
                  <a:pt x="1828854" y="3824201"/>
                  <a:pt x="1730638" y="3922171"/>
                  <a:pt x="1607444" y="3922171"/>
                </a:cubicBezTo>
                <a:cubicBezTo>
                  <a:pt x="1607444" y="3922171"/>
                  <a:pt x="1607444" y="3922171"/>
                  <a:pt x="221833" y="3922171"/>
                </a:cubicBezTo>
                <a:cubicBezTo>
                  <a:pt x="98640" y="3922171"/>
                  <a:pt x="0" y="3824201"/>
                  <a:pt x="0" y="3701423"/>
                </a:cubicBezTo>
                <a:cubicBezTo>
                  <a:pt x="0" y="3701423"/>
                  <a:pt x="0" y="3701423"/>
                  <a:pt x="0" y="221169"/>
                </a:cubicBezTo>
                <a:cubicBezTo>
                  <a:pt x="0" y="98391"/>
                  <a:pt x="98640" y="0"/>
                  <a:pt x="221833" y="0"/>
                </a:cubicBez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36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F016E8-E2AC-40BB-BEE3-74918B397C7B}"/>
              </a:ext>
            </a:extLst>
          </p:cNvPr>
          <p:cNvSpPr/>
          <p:nvPr userDrawn="1"/>
        </p:nvSpPr>
        <p:spPr>
          <a:xfrm>
            <a:off x="2315549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442B7-1479-4377-BEE6-6CC11BAE7CE5}"/>
              </a:ext>
            </a:extLst>
          </p:cNvPr>
          <p:cNvSpPr/>
          <p:nvPr userDrawn="1"/>
        </p:nvSpPr>
        <p:spPr>
          <a:xfrm>
            <a:off x="0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F37B3C-19A2-41DA-90C4-25FCA7535598}"/>
              </a:ext>
            </a:extLst>
          </p:cNvPr>
          <p:cNvSpPr/>
          <p:nvPr userDrawn="1"/>
        </p:nvSpPr>
        <p:spPr>
          <a:xfrm>
            <a:off x="0" y="2315547"/>
            <a:ext cx="2226907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05B304-DEE5-419B-94C6-54BD94A7EB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11814" y="1516987"/>
            <a:ext cx="5165034" cy="3959861"/>
          </a:xfrm>
          <a:prstGeom prst="rect">
            <a:avLst/>
          </a:prstGeom>
          <a:effectLst>
            <a:outerShdw blurRad="63500" dist="25400" sx="102000" sy="102000" algn="ctr" rotWithShape="0">
              <a:schemeClr val="bg1">
                <a:lumMod val="50000"/>
                <a:alpha val="30000"/>
              </a:schemeClr>
            </a:outerShdw>
          </a:effectLst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04F7E18-C512-40DB-A86B-1A512F5B4C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0713" y="1076123"/>
            <a:ext cx="3627233" cy="4841589"/>
          </a:xfrm>
          <a:custGeom>
            <a:avLst/>
            <a:gdLst>
              <a:gd name="connsiteX0" fmla="*/ 65326 w 3627233"/>
              <a:gd name="connsiteY0" fmla="*/ 0 h 4841589"/>
              <a:gd name="connsiteX1" fmla="*/ 3561907 w 3627233"/>
              <a:gd name="connsiteY1" fmla="*/ 0 h 4841589"/>
              <a:gd name="connsiteX2" fmla="*/ 3627233 w 3627233"/>
              <a:gd name="connsiteY2" fmla="*/ 65326 h 4841589"/>
              <a:gd name="connsiteX3" fmla="*/ 3627233 w 3627233"/>
              <a:gd name="connsiteY3" fmla="*/ 4776263 h 4841589"/>
              <a:gd name="connsiteX4" fmla="*/ 3561907 w 3627233"/>
              <a:gd name="connsiteY4" fmla="*/ 4841589 h 4841589"/>
              <a:gd name="connsiteX5" fmla="*/ 65326 w 3627233"/>
              <a:gd name="connsiteY5" fmla="*/ 4841589 h 4841589"/>
              <a:gd name="connsiteX6" fmla="*/ 0 w 3627233"/>
              <a:gd name="connsiteY6" fmla="*/ 4776263 h 4841589"/>
              <a:gd name="connsiteX7" fmla="*/ 0 w 3627233"/>
              <a:gd name="connsiteY7" fmla="*/ 65326 h 4841589"/>
              <a:gd name="connsiteX8" fmla="*/ 65326 w 3627233"/>
              <a:gd name="connsiteY8" fmla="*/ 0 h 4841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7233" h="4841589">
                <a:moveTo>
                  <a:pt x="65326" y="0"/>
                </a:moveTo>
                <a:lnTo>
                  <a:pt x="3561907" y="0"/>
                </a:lnTo>
                <a:cubicBezTo>
                  <a:pt x="3597986" y="0"/>
                  <a:pt x="3627233" y="29247"/>
                  <a:pt x="3627233" y="65326"/>
                </a:cubicBezTo>
                <a:lnTo>
                  <a:pt x="3627233" y="4776263"/>
                </a:lnTo>
                <a:cubicBezTo>
                  <a:pt x="3627233" y="4812342"/>
                  <a:pt x="3597986" y="4841589"/>
                  <a:pt x="3561907" y="4841589"/>
                </a:cubicBezTo>
                <a:lnTo>
                  <a:pt x="65326" y="4841589"/>
                </a:lnTo>
                <a:cubicBezTo>
                  <a:pt x="29247" y="4841589"/>
                  <a:pt x="0" y="4812342"/>
                  <a:pt x="0" y="4776263"/>
                </a:cubicBezTo>
                <a:lnTo>
                  <a:pt x="0" y="65326"/>
                </a:lnTo>
                <a:cubicBezTo>
                  <a:pt x="0" y="29247"/>
                  <a:pt x="29247" y="0"/>
                  <a:pt x="65326" y="0"/>
                </a:cubicBez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43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B15A6-2B14-4525-B4DD-E4FD89C6AAD1}"/>
              </a:ext>
            </a:extLst>
          </p:cNvPr>
          <p:cNvSpPr/>
          <p:nvPr userDrawn="1"/>
        </p:nvSpPr>
        <p:spPr>
          <a:xfrm>
            <a:off x="7649544" y="0"/>
            <a:ext cx="2226907" cy="1115568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1CD5B6-FCA4-40EF-8251-A10B88D0E877}"/>
              </a:ext>
            </a:extLst>
          </p:cNvPr>
          <p:cNvSpPr/>
          <p:nvPr userDrawn="1"/>
        </p:nvSpPr>
        <p:spPr>
          <a:xfrm>
            <a:off x="5333997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F7472F-2A51-4C57-9F22-A25D7F1AC031}"/>
              </a:ext>
            </a:extLst>
          </p:cNvPr>
          <p:cNvSpPr/>
          <p:nvPr userDrawn="1"/>
        </p:nvSpPr>
        <p:spPr>
          <a:xfrm>
            <a:off x="9965094" y="2315547"/>
            <a:ext cx="2226907" cy="2226907"/>
          </a:xfrm>
          <a:prstGeom prst="rect">
            <a:avLst/>
          </a:prstGeom>
          <a:solidFill>
            <a:srgbClr val="68F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42ACA-0016-4A99-8A2D-41FEADA049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999" y="1990433"/>
            <a:ext cx="4572000" cy="2877133"/>
          </a:xfrm>
          <a:prstGeom prst="rect">
            <a:avLst/>
          </a:prstGeom>
          <a:effectLst>
            <a:outerShdw blurRad="190500" dist="63500" sx="102000" sy="102000" algn="ctr" rotWithShape="0">
              <a:schemeClr val="bg1">
                <a:lumMod val="50000"/>
                <a:alpha val="30000"/>
              </a:scheme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522E96-184E-410A-891A-EDDCEFA8E0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04742" y="2119819"/>
            <a:ext cx="3916515" cy="2520640"/>
          </a:xfrm>
          <a:custGeom>
            <a:avLst/>
            <a:gdLst>
              <a:gd name="connsiteX0" fmla="*/ 0 w 3916515"/>
              <a:gd name="connsiteY0" fmla="*/ 0 h 2520640"/>
              <a:gd name="connsiteX1" fmla="*/ 3916515 w 3916515"/>
              <a:gd name="connsiteY1" fmla="*/ 0 h 2520640"/>
              <a:gd name="connsiteX2" fmla="*/ 3916515 w 3916515"/>
              <a:gd name="connsiteY2" fmla="*/ 2520640 h 2520640"/>
              <a:gd name="connsiteX3" fmla="*/ 0 w 3916515"/>
              <a:gd name="connsiteY3" fmla="*/ 2520640 h 252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6515" h="2520640">
                <a:moveTo>
                  <a:pt x="0" y="0"/>
                </a:moveTo>
                <a:lnTo>
                  <a:pt x="3916515" y="0"/>
                </a:lnTo>
                <a:lnTo>
                  <a:pt x="3916515" y="2520640"/>
                </a:lnTo>
                <a:lnTo>
                  <a:pt x="0" y="2520640"/>
                </a:ln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049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9E2B1D-6BCB-4F9B-AEA0-B63B9B1E8B13}"/>
              </a:ext>
            </a:extLst>
          </p:cNvPr>
          <p:cNvSpPr/>
          <p:nvPr userDrawn="1"/>
        </p:nvSpPr>
        <p:spPr>
          <a:xfrm>
            <a:off x="0" y="4631094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D03114-7F83-4BF8-B7BC-2CD1DA8166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74" y="2777924"/>
            <a:ext cx="4919215" cy="4080076"/>
          </a:xfrm>
          <a:prstGeom prst="rect">
            <a:avLst/>
          </a:prstGeom>
          <a:effectLst>
            <a:outerShdw blurRad="190500" dist="63500" dir="5400000" algn="t" rotWithShape="0">
              <a:prstClr val="black">
                <a:alpha val="30000"/>
              </a:prstClr>
            </a:outerShdw>
          </a:effectLst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2940207-6CCA-49D9-9C0F-9825240775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5429" y="2955967"/>
            <a:ext cx="4545507" cy="2749691"/>
          </a:xfrm>
          <a:custGeom>
            <a:avLst/>
            <a:gdLst>
              <a:gd name="connsiteX0" fmla="*/ 34894 w 4545507"/>
              <a:gd name="connsiteY0" fmla="*/ 0 h 2749691"/>
              <a:gd name="connsiteX1" fmla="*/ 4510613 w 4545507"/>
              <a:gd name="connsiteY1" fmla="*/ 0 h 2749691"/>
              <a:gd name="connsiteX2" fmla="*/ 4545507 w 4545507"/>
              <a:gd name="connsiteY2" fmla="*/ 34894 h 2749691"/>
              <a:gd name="connsiteX3" fmla="*/ 4545507 w 4545507"/>
              <a:gd name="connsiteY3" fmla="*/ 2714797 h 2749691"/>
              <a:gd name="connsiteX4" fmla="*/ 4510613 w 4545507"/>
              <a:gd name="connsiteY4" fmla="*/ 2749691 h 2749691"/>
              <a:gd name="connsiteX5" fmla="*/ 34894 w 4545507"/>
              <a:gd name="connsiteY5" fmla="*/ 2749691 h 2749691"/>
              <a:gd name="connsiteX6" fmla="*/ 0 w 4545507"/>
              <a:gd name="connsiteY6" fmla="*/ 2714797 h 2749691"/>
              <a:gd name="connsiteX7" fmla="*/ 0 w 4545507"/>
              <a:gd name="connsiteY7" fmla="*/ 34894 h 2749691"/>
              <a:gd name="connsiteX8" fmla="*/ 34894 w 4545507"/>
              <a:gd name="connsiteY8" fmla="*/ 0 h 2749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45507" h="2749691">
                <a:moveTo>
                  <a:pt x="34894" y="0"/>
                </a:moveTo>
                <a:lnTo>
                  <a:pt x="4510613" y="0"/>
                </a:lnTo>
                <a:cubicBezTo>
                  <a:pt x="4529884" y="0"/>
                  <a:pt x="4545507" y="15623"/>
                  <a:pt x="4545507" y="34894"/>
                </a:cubicBezTo>
                <a:lnTo>
                  <a:pt x="4545507" y="2714797"/>
                </a:lnTo>
                <a:cubicBezTo>
                  <a:pt x="4545507" y="2734068"/>
                  <a:pt x="4529884" y="2749691"/>
                  <a:pt x="4510613" y="2749691"/>
                </a:cubicBezTo>
                <a:lnTo>
                  <a:pt x="34894" y="2749691"/>
                </a:lnTo>
                <a:cubicBezTo>
                  <a:pt x="15623" y="2749691"/>
                  <a:pt x="0" y="2734068"/>
                  <a:pt x="0" y="2714797"/>
                </a:cubicBezTo>
                <a:lnTo>
                  <a:pt x="0" y="34894"/>
                </a:lnTo>
                <a:cubicBezTo>
                  <a:pt x="0" y="15623"/>
                  <a:pt x="15623" y="0"/>
                  <a:pt x="34894" y="0"/>
                </a:cubicBezTo>
                <a:close/>
              </a:path>
            </a:pathLst>
          </a:custGeom>
          <a:pattFill prst="pct5">
            <a:fgClr>
              <a:schemeClr val="tx1">
                <a:lumMod val="95000"/>
                <a:lumOff val="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20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898655-61BB-4427-95F3-C0093710C7FB}"/>
              </a:ext>
            </a:extLst>
          </p:cNvPr>
          <p:cNvSpPr/>
          <p:nvPr userDrawn="1"/>
        </p:nvSpPr>
        <p:spPr>
          <a:xfrm>
            <a:off x="7649546" y="4631094"/>
            <a:ext cx="2226907" cy="2226907"/>
          </a:xfrm>
          <a:prstGeom prst="rect">
            <a:avLst/>
          </a:prstGeom>
          <a:solidFill>
            <a:srgbClr val="68C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64F8C9-4ADE-4EB8-AB37-5C4C468FBFB3}"/>
              </a:ext>
            </a:extLst>
          </p:cNvPr>
          <p:cNvSpPr/>
          <p:nvPr userDrawn="1"/>
        </p:nvSpPr>
        <p:spPr>
          <a:xfrm>
            <a:off x="7649546" y="0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CAC7C3-D631-47C6-8D56-ADFF6296B875}"/>
              </a:ext>
            </a:extLst>
          </p:cNvPr>
          <p:cNvSpPr/>
          <p:nvPr userDrawn="1"/>
        </p:nvSpPr>
        <p:spPr>
          <a:xfrm>
            <a:off x="9965094" y="2315547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44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FB4FB0-5C20-41E9-AF02-952ACF5351D5}"/>
              </a:ext>
            </a:extLst>
          </p:cNvPr>
          <p:cNvSpPr/>
          <p:nvPr userDrawn="1"/>
        </p:nvSpPr>
        <p:spPr>
          <a:xfrm>
            <a:off x="9965094" y="0"/>
            <a:ext cx="2226907" cy="2226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96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309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bg>
      <p:bgPr>
        <a:solidFill>
          <a:srgbClr val="68C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792B819-5A08-4DA1-B106-5A6696BF80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858004" cy="6858001"/>
          </a:xfrm>
          <a:custGeom>
            <a:avLst/>
            <a:gdLst>
              <a:gd name="connsiteX0" fmla="*/ 0 w 6858004"/>
              <a:gd name="connsiteY0" fmla="*/ 4631094 h 6858001"/>
              <a:gd name="connsiteX1" fmla="*/ 2226907 w 6858004"/>
              <a:gd name="connsiteY1" fmla="*/ 4631094 h 6858001"/>
              <a:gd name="connsiteX2" fmla="*/ 2226907 w 6858004"/>
              <a:gd name="connsiteY2" fmla="*/ 6858001 h 6858001"/>
              <a:gd name="connsiteX3" fmla="*/ 0 w 6858004"/>
              <a:gd name="connsiteY3" fmla="*/ 6858001 h 6858001"/>
              <a:gd name="connsiteX4" fmla="*/ 2315548 w 6858004"/>
              <a:gd name="connsiteY4" fmla="*/ 2315547 h 6858001"/>
              <a:gd name="connsiteX5" fmla="*/ 4542455 w 6858004"/>
              <a:gd name="connsiteY5" fmla="*/ 2315547 h 6858001"/>
              <a:gd name="connsiteX6" fmla="*/ 4542455 w 6858004"/>
              <a:gd name="connsiteY6" fmla="*/ 4542454 h 6858001"/>
              <a:gd name="connsiteX7" fmla="*/ 2315548 w 6858004"/>
              <a:gd name="connsiteY7" fmla="*/ 4542454 h 6858001"/>
              <a:gd name="connsiteX8" fmla="*/ 0 w 6858004"/>
              <a:gd name="connsiteY8" fmla="*/ 2315547 h 6858001"/>
              <a:gd name="connsiteX9" fmla="*/ 2226907 w 6858004"/>
              <a:gd name="connsiteY9" fmla="*/ 2315547 h 6858001"/>
              <a:gd name="connsiteX10" fmla="*/ 2226907 w 6858004"/>
              <a:gd name="connsiteY10" fmla="*/ 4542454 h 6858001"/>
              <a:gd name="connsiteX11" fmla="*/ 0 w 6858004"/>
              <a:gd name="connsiteY11" fmla="*/ 4542454 h 6858001"/>
              <a:gd name="connsiteX12" fmla="*/ 4631097 w 6858004"/>
              <a:gd name="connsiteY12" fmla="*/ 0 h 6858001"/>
              <a:gd name="connsiteX13" fmla="*/ 6858004 w 6858004"/>
              <a:gd name="connsiteY13" fmla="*/ 0 h 6858001"/>
              <a:gd name="connsiteX14" fmla="*/ 6858004 w 6858004"/>
              <a:gd name="connsiteY14" fmla="*/ 2226907 h 6858001"/>
              <a:gd name="connsiteX15" fmla="*/ 4631097 w 6858004"/>
              <a:gd name="connsiteY15" fmla="*/ 2226907 h 6858001"/>
              <a:gd name="connsiteX16" fmla="*/ 2315548 w 6858004"/>
              <a:gd name="connsiteY16" fmla="*/ 0 h 6858001"/>
              <a:gd name="connsiteX17" fmla="*/ 4542455 w 6858004"/>
              <a:gd name="connsiteY17" fmla="*/ 0 h 6858001"/>
              <a:gd name="connsiteX18" fmla="*/ 4542455 w 6858004"/>
              <a:gd name="connsiteY18" fmla="*/ 2226907 h 6858001"/>
              <a:gd name="connsiteX19" fmla="*/ 2315548 w 6858004"/>
              <a:gd name="connsiteY19" fmla="*/ 2226907 h 6858001"/>
              <a:gd name="connsiteX20" fmla="*/ 0 w 6858004"/>
              <a:gd name="connsiteY20" fmla="*/ 0 h 6858001"/>
              <a:gd name="connsiteX21" fmla="*/ 2226907 w 6858004"/>
              <a:gd name="connsiteY21" fmla="*/ 0 h 6858001"/>
              <a:gd name="connsiteX22" fmla="*/ 2226907 w 6858004"/>
              <a:gd name="connsiteY22" fmla="*/ 2226907 h 6858001"/>
              <a:gd name="connsiteX23" fmla="*/ 0 w 6858004"/>
              <a:gd name="connsiteY23" fmla="*/ 222690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4" h="6858001">
                <a:moveTo>
                  <a:pt x="0" y="4631094"/>
                </a:moveTo>
                <a:lnTo>
                  <a:pt x="2226907" y="4631094"/>
                </a:lnTo>
                <a:lnTo>
                  <a:pt x="2226907" y="6858001"/>
                </a:lnTo>
                <a:lnTo>
                  <a:pt x="0" y="6858001"/>
                </a:lnTo>
                <a:close/>
                <a:moveTo>
                  <a:pt x="2315548" y="2315547"/>
                </a:moveTo>
                <a:lnTo>
                  <a:pt x="4542455" y="2315547"/>
                </a:lnTo>
                <a:lnTo>
                  <a:pt x="4542455" y="4542454"/>
                </a:lnTo>
                <a:lnTo>
                  <a:pt x="2315548" y="4542454"/>
                </a:lnTo>
                <a:close/>
                <a:moveTo>
                  <a:pt x="0" y="2315547"/>
                </a:moveTo>
                <a:lnTo>
                  <a:pt x="2226907" y="2315547"/>
                </a:lnTo>
                <a:lnTo>
                  <a:pt x="2226907" y="4542454"/>
                </a:lnTo>
                <a:lnTo>
                  <a:pt x="0" y="4542454"/>
                </a:lnTo>
                <a:close/>
                <a:moveTo>
                  <a:pt x="4631097" y="0"/>
                </a:moveTo>
                <a:lnTo>
                  <a:pt x="6858004" y="0"/>
                </a:lnTo>
                <a:lnTo>
                  <a:pt x="6858004" y="2226907"/>
                </a:lnTo>
                <a:lnTo>
                  <a:pt x="4631097" y="2226907"/>
                </a:lnTo>
                <a:close/>
                <a:moveTo>
                  <a:pt x="2315548" y="0"/>
                </a:moveTo>
                <a:lnTo>
                  <a:pt x="4542455" y="0"/>
                </a:lnTo>
                <a:lnTo>
                  <a:pt x="4542455" y="2226907"/>
                </a:lnTo>
                <a:lnTo>
                  <a:pt x="2315548" y="2226907"/>
                </a:lnTo>
                <a:close/>
                <a:moveTo>
                  <a:pt x="0" y="0"/>
                </a:moveTo>
                <a:lnTo>
                  <a:pt x="2226907" y="0"/>
                </a:lnTo>
                <a:lnTo>
                  <a:pt x="2226907" y="2226907"/>
                </a:lnTo>
                <a:lnTo>
                  <a:pt x="0" y="2226907"/>
                </a:lnTo>
                <a:close/>
              </a:path>
            </a:pathLst>
          </a:custGeom>
          <a:pattFill prst="pct5">
            <a:fgClr>
              <a:schemeClr val="bg1"/>
            </a:fgClr>
            <a:bgClr>
              <a:srgbClr val="68CBFF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76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19966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A847F15F-D185-4FDD-B813-3D4CBDD37B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009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3420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/>
          <p:cNvSpPr>
            <a:spLocks noChangeArrowheads="1"/>
          </p:cNvSpPr>
          <p:nvPr/>
        </p:nvSpPr>
        <p:spPr bwMode="auto">
          <a:xfrm rot="10800000">
            <a:off x="0" y="5541434"/>
            <a:ext cx="12192000" cy="370417"/>
          </a:xfrm>
          <a:prstGeom prst="rect">
            <a:avLst/>
          </a:prstGeom>
          <a:solidFill>
            <a:srgbClr val="000000">
              <a:alpha val="352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hape 11"/>
          <p:cNvSpPr>
            <a:spLocks noChangeArrowheads="1"/>
          </p:cNvSpPr>
          <p:nvPr/>
        </p:nvSpPr>
        <p:spPr bwMode="auto">
          <a:xfrm flipH="1">
            <a:off x="0" y="1"/>
            <a:ext cx="12192000" cy="5541433"/>
          </a:xfrm>
          <a:prstGeom prst="rect">
            <a:avLst/>
          </a:prstGeom>
          <a:solidFill>
            <a:srgbClr val="0052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914401" y="963426"/>
            <a:ext cx="11038876" cy="3949941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defRPr sz="8000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0652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3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867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867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4406482D-1796-4CD4-8EC9-466D0D103539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68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 rot="10800000">
            <a:off x="-200" y="5026432"/>
            <a:ext cx="12192000" cy="916800"/>
          </a:xfrm>
          <a:prstGeom prst="rect">
            <a:avLst/>
          </a:prstGeom>
          <a:solidFill>
            <a:srgbClr val="000000">
              <a:alpha val="3460"/>
            </a:srgbClr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Shape 21"/>
          <p:cNvSpPr/>
          <p:nvPr/>
        </p:nvSpPr>
        <p:spPr>
          <a:xfrm flipH="1">
            <a:off x="-200" y="0"/>
            <a:ext cx="12192000" cy="5026400"/>
          </a:xfrm>
          <a:prstGeom prst="rect">
            <a:avLst/>
          </a:prstGeom>
          <a:solidFill>
            <a:srgbClr val="0052A4"/>
          </a:solidFill>
          <a:ln>
            <a:noFill/>
          </a:ln>
        </p:spPr>
        <p:txBody>
          <a:bodyPr lIns="121900" tIns="121900" rIns="121900" bIns="121900" anchor="ctr" anchorCtr="0">
            <a:noAutofit/>
          </a:bodyPr>
          <a:lstStyle/>
          <a:p>
            <a:pPr marL="0" marR="0" lvl="0" indent="0" algn="l" defTabSz="121917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2155301" y="0"/>
            <a:ext cx="7881199" cy="5026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defRPr i="1"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-100" y="4331144"/>
            <a:ext cx="892799" cy="161208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>
            <a:lvl1pPr algn="ctr">
              <a:defRPr sz="5333" b="1">
                <a:solidFill>
                  <a:srgbClr val="0052A4"/>
                </a:solidFill>
                <a:latin typeface="a_EmpirialNr" panose="04050302050B02020204" pitchFamily="82" charset="-52"/>
                <a:cs typeface="Calibri" panose="020F0502020204030204" pitchFamily="34" charset="0"/>
              </a:defRPr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00000000-1234-1234-1234-123412341234}" type="slidenum">
              <a:rPr lang="en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26487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98DA06-64B5-4510-A27E-BE7B3BC5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68580" tIns="34290" rIns="68580" bIns="34290"/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fld id="{350CA107-8654-43C3-BF7C-DB81E0A9004F}" type="datetimeFigureOut">
              <a:rPr lang="ru-RU" sz="1867" smtClean="0">
                <a:solidFill>
                  <a:srgbClr val="000000"/>
                </a:solidFill>
                <a:cs typeface="Arial" panose="020B0604020202020204" pitchFamily="34" charset="0"/>
                <a:sym typeface="Arial" panose="020B0604020202020204" pitchFamily="34" charset="0"/>
              </a:rPr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t>02.06.2026</a:t>
            </a:fld>
            <a:endParaRPr lang="ru-RU" sz="1867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A58C18A-6119-4890-A99B-6AEF6E5A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68580" tIns="34290" rIns="68580" bIns="34290"/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867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A9E183-1F9C-4A45-93C6-002A250A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80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459DED-C11A-4511-A847-493005395558}"/>
              </a:ext>
            </a:extLst>
          </p:cNvPr>
          <p:cNvSpPr/>
          <p:nvPr userDrawn="1"/>
        </p:nvSpPr>
        <p:spPr>
          <a:xfrm>
            <a:off x="0" y="1"/>
            <a:ext cx="12192000" cy="1825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67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541E7-5B4D-43E5-8F59-EBDE70BC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081C85-17C3-4494-ADC5-41279F506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FDFDBC3-9040-454D-921A-8EFEBEB7EFAE}"/>
              </a:ext>
            </a:extLst>
          </p:cNvPr>
          <p:cNvSpPr/>
          <p:nvPr userDrawn="1"/>
        </p:nvSpPr>
        <p:spPr>
          <a:xfrm>
            <a:off x="0" y="6492876"/>
            <a:ext cx="12192000" cy="365125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67" b="0" i="0" u="none" strike="noStrike" kern="1200" cap="none" spc="0" normalizeH="0" baseline="0" noProof="0" dirty="0">
              <a:ln>
                <a:noFill/>
              </a:ln>
              <a:solidFill>
                <a:srgbClr val="8BAB42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61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35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91" r:id="rId26"/>
    <p:sldLayoutId id="2147483742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/>
          <p:cNvSpPr txBox="1">
            <a:spLocks noGrp="1"/>
          </p:cNvSpPr>
          <p:nvPr>
            <p:ph type="title"/>
          </p:nvPr>
        </p:nvSpPr>
        <p:spPr bwMode="auto">
          <a:xfrm>
            <a:off x="1126067" y="8467"/>
            <a:ext cx="4737100" cy="151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/>
          <a:p>
            <a:pPr lvl="0"/>
            <a:endParaRPr lang="ru-RU" altLang="ru-RU">
              <a:sym typeface="Arial" panose="020B0604020202020204" pitchFamily="34" charset="0"/>
            </a:endParaRPr>
          </a:p>
        </p:txBody>
      </p:sp>
      <p:sp>
        <p:nvSpPr>
          <p:cNvPr id="1027" name="Shape 7"/>
          <p:cNvSpPr txBox="1">
            <a:spLocks noGrp="1"/>
          </p:cNvSpPr>
          <p:nvPr>
            <p:ph type="body" idx="1"/>
          </p:nvPr>
        </p:nvSpPr>
        <p:spPr bwMode="auto">
          <a:xfrm>
            <a:off x="1126067" y="2051051"/>
            <a:ext cx="6891867" cy="4516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ru-RU" altLang="ru-RU">
              <a:sym typeface="Arial" panose="020B0604020202020204" pitchFamily="34" charset="0"/>
            </a:endParaRPr>
          </a:p>
        </p:txBody>
      </p:sp>
      <p:sp>
        <p:nvSpPr>
          <p:cNvPr id="1028" name="Shape 8"/>
          <p:cNvSpPr txBox="1">
            <a:spLocks noGrp="1"/>
          </p:cNvSpPr>
          <p:nvPr>
            <p:ph type="sldNum" idx="12"/>
          </p:nvPr>
        </p:nvSpPr>
        <p:spPr bwMode="auto">
          <a:xfrm>
            <a:off x="1" y="1"/>
            <a:ext cx="893233" cy="151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3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</a:lstStyle>
          <a:p>
            <a:pPr defTabSz="1219170" fontAlgn="base">
              <a:spcBef>
                <a:spcPct val="0"/>
              </a:spcBef>
              <a:spcAft>
                <a:spcPct val="0"/>
              </a:spcAft>
              <a:defRPr/>
            </a:pPr>
            <a:fld id="{3F3CF9F6-16E3-456D-B1E8-93B8AD220D37}" type="slidenum">
              <a:rPr lang="ru-RU" alt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249055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4" r:id="rId1"/>
    <p:sldLayoutId id="2147483746" r:id="rId2"/>
    <p:sldLayoutId id="2147483747" r:id="rId3"/>
    <p:sldLayoutId id="2147483748" r:id="rId4"/>
    <p:sldLayoutId id="214748374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609585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1219170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828754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2438339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867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8B351A-E678-49A9-B608-35067516B687}"/>
              </a:ext>
            </a:extLst>
          </p:cNvPr>
          <p:cNvSpPr txBox="1"/>
          <p:nvPr/>
        </p:nvSpPr>
        <p:spPr>
          <a:xfrm>
            <a:off x="647467" y="2446374"/>
            <a:ext cx="10660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ru-RU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ONLAYN TA’LIM PLATFORMASI: </a:t>
            </a:r>
            <a:r>
              <a:rPr lang="en-US" altLang="ru-RU" sz="24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videodars</a:t>
            </a:r>
            <a:r>
              <a:rPr lang="en-US" altLang="ru-RU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topshiriqlar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b="1" dirty="0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223E9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endParaRPr lang="ru-RU" altLang="ru-RU" sz="2400" b="1" dirty="0">
              <a:solidFill>
                <a:srgbClr val="223E9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7BE3977-1256-4126-AE3A-22982B0C25A2}"/>
              </a:ext>
            </a:extLst>
          </p:cNvPr>
          <p:cNvSpPr/>
          <p:nvPr/>
        </p:nvSpPr>
        <p:spPr>
          <a:xfrm>
            <a:off x="8220601" y="5193117"/>
            <a:ext cx="5428081" cy="15146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  <a:defRPr/>
            </a:pP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ILMIY RAHBAR:                            </a:t>
            </a:r>
          </a:p>
          <a:p>
            <a:pPr>
              <a:lnSpc>
                <a:spcPct val="120000"/>
              </a:lnSpc>
              <a:defRPr/>
            </a:pP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Xaitbayeva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Durdona</a:t>
            </a:r>
            <a:endParaRPr lang="en-US" alt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183381" y="3950875"/>
            <a:ext cx="58252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b="1" dirty="0">
                <a:latin typeface="Times New Roman" pitchFamily="18" charset="0"/>
                <a:cs typeface="Times New Roman" pitchFamily="18" charset="0"/>
              </a:rPr>
              <a:t>60610600 - Dasturiy injiniring ta’lim yo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‘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nalishi</a:t>
            </a:r>
            <a:endParaRPr lang="en-US" altLang="ru-RU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7BE3977-1256-4126-AE3A-22982B0C25A2}"/>
              </a:ext>
            </a:extLst>
          </p:cNvPr>
          <p:cNvSpPr/>
          <p:nvPr/>
        </p:nvSpPr>
        <p:spPr>
          <a:xfrm>
            <a:off x="-231357" y="5440986"/>
            <a:ext cx="4811486" cy="1018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sz="2400" b="1" dirty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Группа 29"/>
          <p:cNvGrpSpPr/>
          <p:nvPr/>
        </p:nvGrpSpPr>
        <p:grpSpPr>
          <a:xfrm>
            <a:off x="0" y="116032"/>
            <a:ext cx="12166953" cy="648068"/>
            <a:chOff x="0" y="347734"/>
            <a:chExt cx="12216485" cy="537732"/>
          </a:xfrm>
        </p:grpSpPr>
        <p:sp>
          <p:nvSpPr>
            <p:cNvPr id="14" name="Прямоугольник 13"/>
            <p:cNvSpPr/>
            <p:nvPr/>
          </p:nvSpPr>
          <p:spPr>
            <a:xfrm>
              <a:off x="0" y="347734"/>
              <a:ext cx="525440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b="1" spc="1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6962076" y="516134"/>
              <a:ext cx="525440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ru-RU" spc="1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ectangle 12">
            <a:extLst>
              <a:ext uri="{FF2B5EF4-FFF2-40B4-BE49-F238E27FC236}">
                <a16:creationId xmlns:a16="http://schemas.microsoft.com/office/drawing/2014/main" id="{C7BE3977-1256-4126-AE3A-22982B0C25A2}"/>
              </a:ext>
            </a:extLst>
          </p:cNvPr>
          <p:cNvSpPr/>
          <p:nvPr/>
        </p:nvSpPr>
        <p:spPr>
          <a:xfrm>
            <a:off x="0" y="5454413"/>
            <a:ext cx="5042836" cy="509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TALABA:</a:t>
            </a:r>
          </a:p>
          <a:p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Nurmetova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Fotimajon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Azimboy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Qizi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0" y="6044184"/>
            <a:ext cx="4278391" cy="159850"/>
            <a:chOff x="0" y="5163356"/>
            <a:chExt cx="5807244" cy="180000"/>
          </a:xfrm>
        </p:grpSpPr>
        <p:cxnSp>
          <p:nvCxnSpPr>
            <p:cNvPr id="22" name="Google Shape;102;p15"/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noFill/>
            <a:ln w="28575" cap="flat" cmpd="sng">
              <a:solidFill>
                <a:srgbClr val="4949E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Google Shape;104;p15"/>
            <p:cNvSpPr/>
            <p:nvPr/>
          </p:nvSpPr>
          <p:spPr>
            <a:xfrm>
              <a:off x="5627244" y="5163356"/>
              <a:ext cx="180000" cy="180000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solidFill>
              <a:srgbClr val="4949E7"/>
            </a:solidFill>
            <a:ln w="28575">
              <a:solidFill>
                <a:srgbClr val="4949E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 flipH="1">
            <a:off x="8220601" y="6024242"/>
            <a:ext cx="3946352" cy="144946"/>
            <a:chOff x="6332467" y="5163356"/>
            <a:chExt cx="5807244" cy="180000"/>
          </a:xfrm>
        </p:grpSpPr>
        <p:cxnSp>
          <p:nvCxnSpPr>
            <p:cNvPr id="25" name="Google Shape;102;p15"/>
            <p:cNvCxnSpPr/>
            <p:nvPr/>
          </p:nvCxnSpPr>
          <p:spPr>
            <a:xfrm>
              <a:off x="6332467" y="5253356"/>
              <a:ext cx="5737489" cy="0"/>
            </a:xfrm>
            <a:prstGeom prst="straightConnector1">
              <a:avLst/>
            </a:prstGeom>
            <a:noFill/>
            <a:ln w="28575" cap="flat" cmpd="sng">
              <a:solidFill>
                <a:srgbClr val="4949E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" name="Google Shape;104;p15"/>
            <p:cNvSpPr/>
            <p:nvPr/>
          </p:nvSpPr>
          <p:spPr>
            <a:xfrm>
              <a:off x="11959711" y="5163356"/>
              <a:ext cx="180000" cy="180000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solidFill>
              <a:srgbClr val="4949E7"/>
            </a:solidFill>
            <a:ln w="28575">
              <a:solidFill>
                <a:srgbClr val="4949E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65CEF5-14BE-4476-81A7-54F26E2536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64" y="74085"/>
            <a:ext cx="1987519" cy="1813521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F3054A7-CD2F-4D02-B60E-DD28ADEE85D1}"/>
              </a:ext>
            </a:extLst>
          </p:cNvPr>
          <p:cNvSpPr/>
          <p:nvPr/>
        </p:nvSpPr>
        <p:spPr>
          <a:xfrm>
            <a:off x="2644503" y="472333"/>
            <a:ext cx="3323099" cy="129516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b="1" dirty="0">
                <a:solidFill>
                  <a:srgbClr val="051D4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O‘ZBEKISTON RESPUBLIKASI OLIY </a:t>
            </a:r>
            <a:r>
              <a:rPr lang="en-US" sz="1600" b="1" dirty="0" err="1">
                <a:solidFill>
                  <a:srgbClr val="051D4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TAʼLIM</a:t>
            </a:r>
            <a:r>
              <a:rPr lang="en-US" sz="1600" b="1" dirty="0">
                <a:solidFill>
                  <a:srgbClr val="051D4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, FAN VA INNOVATSIYALAR VAZIRLIGI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C9B15FB-8A9B-4B45-B16C-BA63C1801EAD}"/>
              </a:ext>
            </a:extLst>
          </p:cNvPr>
          <p:cNvSpPr/>
          <p:nvPr/>
        </p:nvSpPr>
        <p:spPr>
          <a:xfrm>
            <a:off x="6559051" y="458245"/>
            <a:ext cx="3323099" cy="1295161"/>
          </a:xfrm>
          <a:prstGeom prst="rect">
            <a:avLst/>
          </a:prstGeom>
          <a:ln>
            <a:solidFill>
              <a:srgbClr val="057B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b="1" dirty="0">
                <a:solidFill>
                  <a:srgbClr val="057B6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ABU RAYHON BERUNIY NOMIDAGI URGANCH DAVLAT UNIVERSITETI</a:t>
            </a:r>
          </a:p>
        </p:txBody>
      </p:sp>
      <p:pic>
        <p:nvPicPr>
          <p:cNvPr id="13" name="Picture 2" descr="Universitet Logosi">
            <a:extLst>
              <a:ext uri="{FF2B5EF4-FFF2-40B4-BE49-F238E27FC236}">
                <a16:creationId xmlns:a16="http://schemas.microsoft.com/office/drawing/2014/main" id="{B98138DA-1D5F-412E-B359-24DE506BA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693" y="161644"/>
            <a:ext cx="1604715" cy="177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94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102;p15">
            <a:extLst>
              <a:ext uri="{FF2B5EF4-FFF2-40B4-BE49-F238E27FC236}">
                <a16:creationId xmlns:a16="http://schemas.microsoft.com/office/drawing/2014/main" id="{E8D1B526-8D4F-425B-9C4E-553FAC1A1EE1}"/>
              </a:ext>
            </a:extLst>
          </p:cNvPr>
          <p:cNvCxnSpPr/>
          <p:nvPr/>
        </p:nvCxnSpPr>
        <p:spPr>
          <a:xfrm>
            <a:off x="62464" y="6089368"/>
            <a:ext cx="12067072" cy="0"/>
          </a:xfrm>
          <a:prstGeom prst="straightConnector1">
            <a:avLst/>
          </a:prstGeom>
          <a:solidFill>
            <a:srgbClr val="04B6DF"/>
          </a:solidFill>
          <a:ln w="28575" cap="flat" cmpd="sng">
            <a:solidFill>
              <a:srgbClr val="04B6D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Прямоугольник 1"/>
          <p:cNvSpPr/>
          <p:nvPr/>
        </p:nvSpPr>
        <p:spPr>
          <a:xfrm>
            <a:off x="404802" y="1338109"/>
            <a:ext cx="10836511" cy="4991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sharoitda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ta'minlash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zarurati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kelgusida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hajmdagi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23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519570" y="292278"/>
            <a:ext cx="10945242" cy="6486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l" eaLnBrk="1" fontAlgn="auto" hangingPunct="1">
              <a:spcAft>
                <a:spcPts val="0"/>
              </a:spcAft>
              <a:defRPr/>
            </a:pPr>
            <a:br>
              <a:rPr lang="uz-Cyrl-UZ" sz="2800" b="1" dirty="0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BITIRUV MALAKAVIY ISHNING </a:t>
            </a:r>
            <a:r>
              <a:rPr lang="en-US" sz="2800" b="1" dirty="0" err="1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dolzarbligi</a:t>
            </a:r>
            <a:r>
              <a:rPr lang="en-US" sz="2800" b="1" dirty="0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</a:t>
            </a:r>
            <a:r>
              <a:rPr lang="en-US" sz="2800" b="1" dirty="0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dirty="0" err="1">
                <a:solidFill>
                  <a:srgbClr val="04B6D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zarurati</a:t>
            </a:r>
            <a:endParaRPr lang="ru-RU" sz="2800" b="1" dirty="0">
              <a:solidFill>
                <a:srgbClr val="04B6D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Овал 11"/>
          <p:cNvSpPr/>
          <p:nvPr/>
        </p:nvSpPr>
        <p:spPr>
          <a:xfrm>
            <a:off x="2030323" y="5849702"/>
            <a:ext cx="594779" cy="594779"/>
          </a:xfrm>
          <a:prstGeom prst="ellipse">
            <a:avLst/>
          </a:prstGeom>
          <a:solidFill>
            <a:srgbClr val="09AE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2024555" y="5832718"/>
            <a:ext cx="600547" cy="60054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073501" y="5881664"/>
            <a:ext cx="502655" cy="502655"/>
          </a:xfrm>
          <a:prstGeom prst="ellipse">
            <a:avLst/>
          </a:prstGeom>
          <a:solidFill>
            <a:srgbClr val="09AE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2154125" y="5967986"/>
            <a:ext cx="341406" cy="335309"/>
          </a:xfrm>
          <a:prstGeom prst="rect">
            <a:avLst/>
          </a:prstGeom>
        </p:spPr>
      </p:pic>
      <p:sp>
        <p:nvSpPr>
          <p:cNvPr id="17" name="Овал 16"/>
          <p:cNvSpPr/>
          <p:nvPr/>
        </p:nvSpPr>
        <p:spPr>
          <a:xfrm>
            <a:off x="5700395" y="5690672"/>
            <a:ext cx="947293" cy="947293"/>
          </a:xfrm>
          <a:prstGeom prst="ellipse">
            <a:avLst/>
          </a:prstGeom>
          <a:solidFill>
            <a:srgbClr val="09AE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745886" y="5745537"/>
            <a:ext cx="851578" cy="838473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5823058" y="5812590"/>
            <a:ext cx="696614" cy="696614"/>
          </a:xfrm>
          <a:prstGeom prst="ellipse">
            <a:avLst/>
          </a:prstGeom>
          <a:solidFill>
            <a:srgbClr val="09AE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852849" y="5936038"/>
            <a:ext cx="666823" cy="336746"/>
          </a:xfrm>
          <a:prstGeom prst="rect">
            <a:avLst/>
          </a:prstGeom>
        </p:spPr>
      </p:pic>
      <p:sp>
        <p:nvSpPr>
          <p:cNvPr id="21" name="Овал 20"/>
          <p:cNvSpPr/>
          <p:nvPr/>
        </p:nvSpPr>
        <p:spPr>
          <a:xfrm flipH="1">
            <a:off x="9526025" y="5804137"/>
            <a:ext cx="600548" cy="600548"/>
          </a:xfrm>
          <a:prstGeom prst="ellipse">
            <a:avLst/>
          </a:prstGeom>
          <a:solidFill>
            <a:srgbClr val="FE110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 flipH="1">
            <a:off x="9510945" y="5778131"/>
            <a:ext cx="600547" cy="600547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 flipH="1">
            <a:off x="9559891" y="5827077"/>
            <a:ext cx="502655" cy="502655"/>
          </a:xfrm>
          <a:prstGeom prst="ellipse">
            <a:avLst/>
          </a:prstGeom>
          <a:solidFill>
            <a:srgbClr val="FE110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z-Cyrl-UZ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9649716" y="5906078"/>
            <a:ext cx="341406" cy="335309"/>
          </a:xfrm>
          <a:prstGeom prst="rect">
            <a:avLst/>
          </a:prstGeom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1BB4C91-D92A-49A4-AE18-CF0E56B9F371}"/>
              </a:ext>
            </a:extLst>
          </p:cNvPr>
          <p:cNvGrpSpPr/>
          <p:nvPr/>
        </p:nvGrpSpPr>
        <p:grpSpPr>
          <a:xfrm>
            <a:off x="-21781" y="922250"/>
            <a:ext cx="11626244" cy="260984"/>
            <a:chOff x="0" y="5163356"/>
            <a:chExt cx="5807244" cy="180000"/>
          </a:xfrm>
          <a:solidFill>
            <a:srgbClr val="04B6DF"/>
          </a:solidFill>
        </p:grpSpPr>
        <p:cxnSp>
          <p:nvCxnSpPr>
            <p:cNvPr id="27" name="Google Shape;102;p15">
              <a:extLst>
                <a:ext uri="{FF2B5EF4-FFF2-40B4-BE49-F238E27FC236}">
                  <a16:creationId xmlns:a16="http://schemas.microsoft.com/office/drawing/2014/main" id="{A60AB1E0-732E-4C17-8624-FD1F5B33FD29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Google Shape;104;p15">
              <a:extLst>
                <a:ext uri="{FF2B5EF4-FFF2-40B4-BE49-F238E27FC236}">
                  <a16:creationId xmlns:a16="http://schemas.microsoft.com/office/drawing/2014/main" id="{DB8F0186-5176-419B-AFDD-A95342AF96B3}"/>
                </a:ext>
              </a:extLst>
            </p:cNvPr>
            <p:cNvSpPr/>
            <p:nvPr/>
          </p:nvSpPr>
          <p:spPr>
            <a:xfrm>
              <a:off x="5627244" y="5163356"/>
              <a:ext cx="180000" cy="180000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Номер слайда 3">
            <a:extLst>
              <a:ext uri="{FF2B5EF4-FFF2-40B4-BE49-F238E27FC236}">
                <a16:creationId xmlns:a16="http://schemas.microsoft.com/office/drawing/2014/main" id="{5493C955-948B-42B9-AC3E-B5122FA6A93F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FF47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0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Заголовок 1"/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BITIRUV MALAKAVIY ISHINING M</a:t>
            </a:r>
            <a:r>
              <a:rPr lang="ru-RU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QS</a:t>
            </a:r>
            <a:r>
              <a:rPr lang="ru-RU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DI, OBYEKTI VA PREDMETI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Номер слайда 3">
            <a:extLst>
              <a:ext uri="{FF2B5EF4-FFF2-40B4-BE49-F238E27FC236}">
                <a16:creationId xmlns:a16="http://schemas.microsoft.com/office/drawing/2014/main" id="{B3BB68BA-3173-4287-905B-5C1A1435D311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2306ACD-25BC-45EA-9AA4-523900DC2A2F}"/>
              </a:ext>
            </a:extLst>
          </p:cNvPr>
          <p:cNvGrpSpPr/>
          <p:nvPr/>
        </p:nvGrpSpPr>
        <p:grpSpPr>
          <a:xfrm rot="10800000">
            <a:off x="649884" y="484637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19" name="Google Shape;102;p15">
              <a:extLst>
                <a:ext uri="{FF2B5EF4-FFF2-40B4-BE49-F238E27FC236}">
                  <a16:creationId xmlns:a16="http://schemas.microsoft.com/office/drawing/2014/main" id="{5EE6760F-CC12-4373-BA5B-B9CBB2AACBB8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104;p15">
              <a:extLst>
                <a:ext uri="{FF2B5EF4-FFF2-40B4-BE49-F238E27FC236}">
                  <a16:creationId xmlns:a16="http://schemas.microsoft.com/office/drawing/2014/main" id="{DF3BC47B-5DC8-4CED-82BC-135B001E2742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AutoShape 6" descr="Toshkent axborot texnologiyalari universiteti Samarqand filiali | kirish  ballari 2024">
            <a:extLst>
              <a:ext uri="{FF2B5EF4-FFF2-40B4-BE49-F238E27FC236}">
                <a16:creationId xmlns:a16="http://schemas.microsoft.com/office/drawing/2014/main" id="{34C1EB9E-0788-436F-8056-3085A12FBE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370283" y="958309"/>
            <a:ext cx="9835210" cy="5565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videodarslar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topshiriqlarni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birlashtirgan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platformasini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asofaviy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ta’lim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jarayonini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tashkil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etish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boshqarish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tizimi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olinadi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Ushbu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tizim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o‘qituvchi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o‘quvchi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o‘rtasidagi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o‘zaro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aloqani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o‘quv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materiallarini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yetkazish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bilimlarni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nazorat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qilish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natijalarni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tahlil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qilish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jarayonlarini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o‘z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ichiga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oladi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ideodarslar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testlar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amaliy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topshiriqlarga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asoslangan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online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ta’lim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platformasining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dasturiy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ta’minoti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uning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funksional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imkoniyatlari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arxitekturasi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hamda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texnik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yechimlaridan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iborat</a:t>
            </a:r>
            <a:r>
              <a:rPr lang="ru-RU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12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9F33A-DCA7-4872-8972-F70B80091264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MASALANING QO‘YILISHI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85EAFC6-BC49-4821-BB8B-5239F4C0DA7B}"/>
              </a:ext>
            </a:extLst>
          </p:cNvPr>
          <p:cNvGrpSpPr/>
          <p:nvPr/>
        </p:nvGrpSpPr>
        <p:grpSpPr>
          <a:xfrm rot="10800000">
            <a:off x="649884" y="484637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5" name="Google Shape;102;p15">
              <a:extLst>
                <a:ext uri="{FF2B5EF4-FFF2-40B4-BE49-F238E27FC236}">
                  <a16:creationId xmlns:a16="http://schemas.microsoft.com/office/drawing/2014/main" id="{EEA0DE7D-7841-4B49-AD64-EA9375580580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104;p15">
              <a:extLst>
                <a:ext uri="{FF2B5EF4-FFF2-40B4-BE49-F238E27FC236}">
                  <a16:creationId xmlns:a16="http://schemas.microsoft.com/office/drawing/2014/main" id="{9FAC07EC-69AB-4454-81B8-9FD8F98E21EB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AutoShape 6" descr="Toshkent axborot texnologiyalari universiteti Samarqand filiali | kirish  ballari 2024">
            <a:extLst>
              <a:ext uri="{FF2B5EF4-FFF2-40B4-BE49-F238E27FC236}">
                <a16:creationId xmlns:a16="http://schemas.microsoft.com/office/drawing/2014/main" id="{3FEA528F-3B00-44B6-A638-1AD652AEBE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97147" y="1047434"/>
            <a:ext cx="10197705" cy="5565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videodarslarni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modulini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topshiriqlarni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tekshirish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modulini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statistikasini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yo‘riqnoma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kelgusida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ko‘zda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4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4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9F33A-DCA7-4872-8972-F70B80091264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Kirish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sahifasi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(log in)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85EAFC6-BC49-4821-BB8B-5239F4C0DA7B}"/>
              </a:ext>
            </a:extLst>
          </p:cNvPr>
          <p:cNvGrpSpPr/>
          <p:nvPr/>
        </p:nvGrpSpPr>
        <p:grpSpPr>
          <a:xfrm rot="10800000">
            <a:off x="677314" y="481762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5" name="Google Shape;102;p15">
              <a:extLst>
                <a:ext uri="{FF2B5EF4-FFF2-40B4-BE49-F238E27FC236}">
                  <a16:creationId xmlns:a16="http://schemas.microsoft.com/office/drawing/2014/main" id="{EEA0DE7D-7841-4B49-AD64-EA9375580580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" name="Google Shape;104;p15">
              <a:extLst>
                <a:ext uri="{FF2B5EF4-FFF2-40B4-BE49-F238E27FC236}">
                  <a16:creationId xmlns:a16="http://schemas.microsoft.com/office/drawing/2014/main" id="{9FAC07EC-69AB-4454-81B8-9FD8F98E21EB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AutoShape 6" descr="Toshkent axborot texnologiyalari universiteti Samarqand filiali | kirish  ballari 2024">
            <a:extLst>
              <a:ext uri="{FF2B5EF4-FFF2-40B4-BE49-F238E27FC236}">
                <a16:creationId xmlns:a16="http://schemas.microsoft.com/office/drawing/2014/main" id="{3FEA528F-3B00-44B6-A638-1AD652AEBE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65331" y="5397627"/>
            <a:ext cx="106462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Ushbu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rasmda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onlayn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platformasining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kirish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(login)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oynasi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tasvirlangan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bo‘lib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unda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foydalanuvchi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tizimga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o‘qituvchi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tomonidan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berilgan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login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va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parol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autentifikatsiyadan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o‘tadi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14E7A9-A2E5-4F2D-8CAF-A8ECAD1777B5}"/>
              </a:ext>
            </a:extLst>
          </p:cNvPr>
          <p:cNvPicPr/>
          <p:nvPr/>
        </p:nvPicPr>
        <p:blipFill rotWithShape="1">
          <a:blip r:embed="rId2"/>
          <a:srcRect t="1170" b="-1"/>
          <a:stretch/>
        </p:blipFill>
        <p:spPr bwMode="auto">
          <a:xfrm>
            <a:off x="1422537" y="970620"/>
            <a:ext cx="9346926" cy="42217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19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ru-RU"/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166282C-4E03-4334-BC52-270663CB592B}"/>
              </a:ext>
            </a:extLst>
          </p:cNvPr>
          <p:cNvGrpSpPr/>
          <p:nvPr/>
        </p:nvGrpSpPr>
        <p:grpSpPr>
          <a:xfrm rot="10800000">
            <a:off x="704402" y="645623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8" name="Google Shape;102;p15">
              <a:extLst>
                <a:ext uri="{FF2B5EF4-FFF2-40B4-BE49-F238E27FC236}">
                  <a16:creationId xmlns:a16="http://schemas.microsoft.com/office/drawing/2014/main" id="{2A98C6BE-CECB-46BB-801E-A9A8DE8EDB0B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04;p15">
              <a:extLst>
                <a:ext uri="{FF2B5EF4-FFF2-40B4-BE49-F238E27FC236}">
                  <a16:creationId xmlns:a16="http://schemas.microsoft.com/office/drawing/2014/main" id="{D28EB015-D5E5-4E97-BBE1-461AE0830A3B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23173D6-7F75-4992-8A7B-DF271A098B71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9E7786-527E-4C39-AC44-7A89D9C2FE0A}"/>
              </a:ext>
            </a:extLst>
          </p:cNvPr>
          <p:cNvPicPr/>
          <p:nvPr/>
        </p:nvPicPr>
        <p:blipFill rotWithShape="1">
          <a:blip r:embed="rId2"/>
          <a:srcRect b="1447"/>
          <a:stretch/>
        </p:blipFill>
        <p:spPr bwMode="auto">
          <a:xfrm>
            <a:off x="2031232" y="1087712"/>
            <a:ext cx="8622347" cy="42217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177D33-2A9B-4D5F-B716-14668D00C3BA}"/>
              </a:ext>
            </a:extLst>
          </p:cNvPr>
          <p:cNvSpPr txBox="1"/>
          <p:nvPr/>
        </p:nvSpPr>
        <p:spPr>
          <a:xfrm>
            <a:off x="630634" y="5560873"/>
            <a:ext cx="108809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rasmda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platformasining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sahifasi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tasvirlangan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o‘qitilayotgan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mazmuni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tanishish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imkoniyatiga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323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41C0D6-09B1-4FEB-84AE-CC26F2C92B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89337" y="910515"/>
            <a:ext cx="8813326" cy="4533978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C9F1527-1E87-49A9-9786-A92FCDC84A64}"/>
              </a:ext>
            </a:extLst>
          </p:cNvPr>
          <p:cNvGrpSpPr/>
          <p:nvPr/>
        </p:nvGrpSpPr>
        <p:grpSpPr>
          <a:xfrm rot="10800000">
            <a:off x="704402" y="645623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7" name="Google Shape;102;p15">
              <a:extLst>
                <a:ext uri="{FF2B5EF4-FFF2-40B4-BE49-F238E27FC236}">
                  <a16:creationId xmlns:a16="http://schemas.microsoft.com/office/drawing/2014/main" id="{32871FDE-EF07-40A2-BCBB-215983A132BA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104;p15">
              <a:extLst>
                <a:ext uri="{FF2B5EF4-FFF2-40B4-BE49-F238E27FC236}">
                  <a16:creationId xmlns:a16="http://schemas.microsoft.com/office/drawing/2014/main" id="{A8A528C3-97B6-419C-B2C7-7F6A3078CFD7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C628454-85D7-4FCE-8E55-A405E8B4E129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profil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sahifasi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94363-7304-4B38-8ADD-F09411E5F6D3}"/>
              </a:ext>
            </a:extLst>
          </p:cNvPr>
          <p:cNvSpPr txBox="1"/>
          <p:nvPr/>
        </p:nvSpPr>
        <p:spPr>
          <a:xfrm>
            <a:off x="536150" y="5725989"/>
            <a:ext cx="11612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rasmda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foydalanuvchining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shaxsiy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ma’lumotlarini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sahifasi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tasvirlangan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sahifa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o‘zining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ma’lumotlarini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tahrirlash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imkoniyatiga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586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8287F6F1-42CB-4AAC-A5CB-4EF2CF2E1CE8}"/>
              </a:ext>
            </a:extLst>
          </p:cNvPr>
          <p:cNvGrpSpPr/>
          <p:nvPr/>
        </p:nvGrpSpPr>
        <p:grpSpPr>
          <a:xfrm rot="10800000">
            <a:off x="704402" y="645623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6" name="Google Shape;102;p15">
              <a:extLst>
                <a:ext uri="{FF2B5EF4-FFF2-40B4-BE49-F238E27FC236}">
                  <a16:creationId xmlns:a16="http://schemas.microsoft.com/office/drawing/2014/main" id="{9D222371-477C-49F9-A690-EEEFB8333211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04;p15">
              <a:extLst>
                <a:ext uri="{FF2B5EF4-FFF2-40B4-BE49-F238E27FC236}">
                  <a16:creationId xmlns:a16="http://schemas.microsoft.com/office/drawing/2014/main" id="{C2E2F041-4C4D-400F-B799-CDD10F23A32D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23D2939-0B63-4354-8B2A-ACD9FD2357A7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darslar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sahifasi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DD64E4-C349-4D08-AD9B-A3FD14A91E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5737" y="960115"/>
            <a:ext cx="9260525" cy="4284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C3D5C1-F824-4C7E-9EE9-858B95ADF15B}"/>
              </a:ext>
            </a:extLst>
          </p:cNvPr>
          <p:cNvSpPr txBox="1"/>
          <p:nvPr/>
        </p:nvSpPr>
        <p:spPr>
          <a:xfrm>
            <a:off x="1565133" y="5482386"/>
            <a:ext cx="95545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Ushbu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rasmda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foydalanuvchi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uchun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mo‘ljallangan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mavzulashtirilgan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video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darsliklarni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ko‘rish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sahifasi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tasvirlangan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422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C606987-3679-4287-A687-2D72B6AE376B}"/>
              </a:ext>
            </a:extLst>
          </p:cNvPr>
          <p:cNvGrpSpPr/>
          <p:nvPr/>
        </p:nvGrpSpPr>
        <p:grpSpPr>
          <a:xfrm rot="10800000">
            <a:off x="704402" y="645623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6" name="Google Shape;102;p15">
              <a:extLst>
                <a:ext uri="{FF2B5EF4-FFF2-40B4-BE49-F238E27FC236}">
                  <a16:creationId xmlns:a16="http://schemas.microsoft.com/office/drawing/2014/main" id="{34AF292D-C143-47C4-919B-BC4E0A450167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04;p15">
              <a:extLst>
                <a:ext uri="{FF2B5EF4-FFF2-40B4-BE49-F238E27FC236}">
                  <a16:creationId xmlns:a16="http://schemas.microsoft.com/office/drawing/2014/main" id="{69E482B3-ECBC-4D22-B29E-015CEA0820A1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1060371-1798-4FDF-B03D-5928EB327E20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Mavzulashtirilgan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taqdimotlar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sahifasi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F2018D-DBC8-4634-825C-747D793AC2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8371" y="1101146"/>
            <a:ext cx="9413488" cy="43591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02CE79-1792-48C5-9440-6362C0F034F9}"/>
              </a:ext>
            </a:extLst>
          </p:cNvPr>
          <p:cNvSpPr txBox="1"/>
          <p:nvPr/>
        </p:nvSpPr>
        <p:spPr>
          <a:xfrm>
            <a:off x="1502229" y="5725524"/>
            <a:ext cx="92496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rasmda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mo‘ljallangan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mavzulashtirilgan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taqdimot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darslarini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ko‘rish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sahifasi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4333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E95AE53-CD63-4237-92FC-457EA93DB315}"/>
              </a:ext>
            </a:extLst>
          </p:cNvPr>
          <p:cNvGrpSpPr/>
          <p:nvPr/>
        </p:nvGrpSpPr>
        <p:grpSpPr>
          <a:xfrm rot="10800000">
            <a:off x="704402" y="645623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6" name="Google Shape;102;p15">
              <a:extLst>
                <a:ext uri="{FF2B5EF4-FFF2-40B4-BE49-F238E27FC236}">
                  <a16:creationId xmlns:a16="http://schemas.microsoft.com/office/drawing/2014/main" id="{B69903D5-EC9E-42DA-847E-E35A270D6240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04;p15">
              <a:extLst>
                <a:ext uri="{FF2B5EF4-FFF2-40B4-BE49-F238E27FC236}">
                  <a16:creationId xmlns:a16="http://schemas.microsoft.com/office/drawing/2014/main" id="{214B41A7-5398-4D4E-945E-D3CFEB941795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C746E82-A092-46BD-A669-04E86FDB6303}"/>
              </a:ext>
            </a:extLst>
          </p:cNvPr>
          <p:cNvSpPr txBox="1">
            <a:spLocks/>
          </p:cNvSpPr>
          <p:nvPr/>
        </p:nvSpPr>
        <p:spPr bwMode="auto">
          <a:xfrm>
            <a:off x="578621" y="967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Foydalanuvchi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profil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sahifasi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B40217-EFDE-445E-BEE1-64200723F6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83156" y="960115"/>
            <a:ext cx="9522541" cy="43905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0E3D5A-E29B-4E27-881A-584C11738A90}"/>
              </a:ext>
            </a:extLst>
          </p:cNvPr>
          <p:cNvSpPr txBox="1"/>
          <p:nvPr/>
        </p:nvSpPr>
        <p:spPr>
          <a:xfrm>
            <a:off x="704401" y="5512947"/>
            <a:ext cx="10680052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rasmda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DP LMS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tizimining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Amaliyotlar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sahifasi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mo‘ljallangan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topshiriqlar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ro‘yxati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taqdim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etilgan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41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990E8F8-ACCF-4DC3-A43F-3C1B30D0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CCC77B-D57D-45F7-B810-33FB978D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521"/>
            <a:ext cx="12192000" cy="5598957"/>
          </a:xfrm>
          <a:prstGeom prst="rect">
            <a:avLst/>
          </a:prstGeom>
        </p:spPr>
      </p:pic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F0B455D4-C3D9-462E-BCE4-6E3C3008730D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5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7F2DA5-C1C5-42AC-87E6-CDC2A96A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123004-5B99-4A95-B481-493A9C46C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521"/>
            <a:ext cx="12192000" cy="5598957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EC324342-2559-454A-B3F7-EA0CA257B70D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81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9E2AFAE-512D-48BD-9BA0-54DF911B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fld id="{947255F7-023C-4A29-AED4-3CBE049975C8}" type="slidenum">
              <a:rPr lang="ru-RU" smtClean="0"/>
              <a:pPr defTabSz="1219170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0C7E64-0A78-486E-BE81-F1CA68F1D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712"/>
            <a:ext cx="12192000" cy="5580576"/>
          </a:xfrm>
          <a:prstGeom prst="rect">
            <a:avLst/>
          </a:prstGeom>
        </p:spPr>
      </p:pic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866EAC69-CE2A-439F-B473-AF1157B353CB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980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EF65CD-8792-4ECC-98EE-A8652C39A4D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875A5B-462E-4315-AB1E-0EA36938C140}"/>
              </a:ext>
            </a:extLst>
          </p:cNvPr>
          <p:cNvGrpSpPr/>
          <p:nvPr/>
        </p:nvGrpSpPr>
        <p:grpSpPr>
          <a:xfrm rot="10800000">
            <a:off x="704402" y="654954"/>
            <a:ext cx="11142171" cy="228522"/>
            <a:chOff x="0" y="5108032"/>
            <a:chExt cx="5807244" cy="345661"/>
          </a:xfrm>
          <a:solidFill>
            <a:srgbClr val="04B6DF"/>
          </a:solidFill>
        </p:grpSpPr>
        <p:cxnSp>
          <p:nvCxnSpPr>
            <p:cNvPr id="6" name="Google Shape;102;p15">
              <a:extLst>
                <a:ext uri="{FF2B5EF4-FFF2-40B4-BE49-F238E27FC236}">
                  <a16:creationId xmlns:a16="http://schemas.microsoft.com/office/drawing/2014/main" id="{BA6F0A87-BF21-4E91-9B23-6D24ACE8E0F4}"/>
                </a:ext>
              </a:extLst>
            </p:cNvPr>
            <p:cNvCxnSpPr/>
            <p:nvPr/>
          </p:nvCxnSpPr>
          <p:spPr>
            <a:xfrm>
              <a:off x="0" y="5253356"/>
              <a:ext cx="5737489" cy="0"/>
            </a:xfrm>
            <a:prstGeom prst="straightConnector1">
              <a:avLst/>
            </a:prstGeom>
            <a:grpFill/>
            <a:ln w="28575" cap="flat" cmpd="sng">
              <a:solidFill>
                <a:srgbClr val="04B6D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04;p15">
              <a:extLst>
                <a:ext uri="{FF2B5EF4-FFF2-40B4-BE49-F238E27FC236}">
                  <a16:creationId xmlns:a16="http://schemas.microsoft.com/office/drawing/2014/main" id="{43B72DFB-9E14-4BEF-BA05-8037D1878139}"/>
                </a:ext>
              </a:extLst>
            </p:cNvPr>
            <p:cNvSpPr/>
            <p:nvPr/>
          </p:nvSpPr>
          <p:spPr>
            <a:xfrm>
              <a:off x="5683677" y="5108032"/>
              <a:ext cx="123567" cy="345661"/>
            </a:xfrm>
            <a:custGeom>
              <a:avLst/>
              <a:gdLst/>
              <a:ahLst/>
              <a:cxnLst/>
              <a:rect l="l" t="t" r="r" b="b"/>
              <a:pathLst>
                <a:path w="8930" h="8919" extrusionOk="0">
                  <a:moveTo>
                    <a:pt x="4465" y="0"/>
                  </a:moveTo>
                  <a:cubicBezTo>
                    <a:pt x="2001" y="0"/>
                    <a:pt x="0" y="2001"/>
                    <a:pt x="0" y="4465"/>
                  </a:cubicBezTo>
                  <a:cubicBezTo>
                    <a:pt x="0" y="6918"/>
                    <a:pt x="2001" y="8918"/>
                    <a:pt x="4465" y="8918"/>
                  </a:cubicBezTo>
                  <a:cubicBezTo>
                    <a:pt x="6930" y="8918"/>
                    <a:pt x="8930" y="6918"/>
                    <a:pt x="8930" y="4465"/>
                  </a:cubicBezTo>
                  <a:cubicBezTo>
                    <a:pt x="8930" y="2001"/>
                    <a:pt x="6930" y="0"/>
                    <a:pt x="4465" y="0"/>
                  </a:cubicBezTo>
                  <a:close/>
                </a:path>
              </a:pathLst>
            </a:custGeom>
            <a:grpFill/>
            <a:ln w="28575">
              <a:solidFill>
                <a:srgbClr val="04B6DF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7AA0093-A9EF-44EA-AAFB-448A9EB9E65E}"/>
              </a:ext>
            </a:extLst>
          </p:cNvPr>
          <p:cNvSpPr txBox="1">
            <a:spLocks/>
          </p:cNvSpPr>
          <p:nvPr/>
        </p:nvSpPr>
        <p:spPr bwMode="auto">
          <a:xfrm>
            <a:off x="578622" y="146398"/>
            <a:ext cx="10932989" cy="499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algn="l" rtl="0" eaLnBrk="0" fontAlgn="base" hangingPunct="0">
              <a:spcBef>
                <a:spcPts val="0"/>
              </a:spcBef>
              <a:spcAft>
                <a:spcPct val="0"/>
              </a:spcAft>
              <a:defRPr sz="2400" b="1">
                <a:solidFill>
                  <a:srgbClr val="0052A4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 panose="020B0604020202020204" pitchFamily="34" charset="0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lvl="5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lvl="6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lvl="7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lvl="8" algn="l" rtl="0" eaLnBrk="0" fontAlgn="base" hangingPunct="0">
              <a:spcBef>
                <a:spcPts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lvl="1" algn="ctr" defTabSz="1238206">
              <a:spcBef>
                <a:spcPct val="0"/>
              </a:spcBef>
              <a:defRPr/>
            </a:pP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Tahlil</a:t>
            </a:r>
            <a:r>
              <a:rPr lang="en-US" sz="2400" b="1" dirty="0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4B6D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natijalari</a:t>
            </a:r>
            <a:endParaRPr lang="uz-Latn-UZ" sz="2400" b="1" dirty="0">
              <a:solidFill>
                <a:srgbClr val="04B6DF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3554-1FAA-4B4E-8E10-425D11F35B2D}"/>
              </a:ext>
            </a:extLst>
          </p:cNvPr>
          <p:cNvSpPr txBox="1"/>
          <p:nvPr/>
        </p:nvSpPr>
        <p:spPr>
          <a:xfrm>
            <a:off x="704401" y="1015922"/>
            <a:ext cx="11008334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Mazkur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bitiruv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malakaviy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videodarslar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topshiriqlarni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raqamlashtirish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markazlashgan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bilimlarni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0000"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frontend, backend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yagona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tarkibida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Frontend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Backend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freymvorki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6139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BDF9D5-47E5-452F-91D1-F353666E3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034" y="-2198567"/>
            <a:ext cx="4063032" cy="293349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6227AF5-E0A9-4D33-95BE-BDF3AA9ADEA7}"/>
              </a:ext>
            </a:extLst>
          </p:cNvPr>
          <p:cNvSpPr/>
          <p:nvPr/>
        </p:nvSpPr>
        <p:spPr>
          <a:xfrm>
            <a:off x="0" y="6187440"/>
            <a:ext cx="12192000" cy="67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FCE0AD8-7B75-44BF-9525-3C1B992EECC1}"/>
              </a:ext>
            </a:extLst>
          </p:cNvPr>
          <p:cNvSpPr/>
          <p:nvPr/>
        </p:nvSpPr>
        <p:spPr>
          <a:xfrm>
            <a:off x="478536" y="5985106"/>
            <a:ext cx="6492240" cy="485556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4BE31EC-1661-409E-B660-642F48FFEC87}"/>
              </a:ext>
            </a:extLst>
          </p:cNvPr>
          <p:cNvSpPr/>
          <p:nvPr/>
        </p:nvSpPr>
        <p:spPr>
          <a:xfrm>
            <a:off x="484632" y="4243057"/>
            <a:ext cx="6492240" cy="67056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D26726D-A2DF-4EDC-9450-080596685D9C}"/>
              </a:ext>
            </a:extLst>
          </p:cNvPr>
          <p:cNvSpPr/>
          <p:nvPr/>
        </p:nvSpPr>
        <p:spPr>
          <a:xfrm>
            <a:off x="484632" y="2762609"/>
            <a:ext cx="6492240" cy="670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7D417-B9E8-4461-80B7-17962CD54635}"/>
              </a:ext>
            </a:extLst>
          </p:cNvPr>
          <p:cNvSpPr txBox="1">
            <a:spLocks/>
          </p:cNvSpPr>
          <p:nvPr/>
        </p:nvSpPr>
        <p:spPr>
          <a:xfrm>
            <a:off x="610187" y="246888"/>
            <a:ext cx="10058400" cy="5890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XULOSALAR</a:t>
            </a:r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B0C9EB-EDD4-4888-89E9-C54FB498CDE6}"/>
              </a:ext>
            </a:extLst>
          </p:cNvPr>
          <p:cNvCxnSpPr>
            <a:cxnSpLocks/>
          </p:cNvCxnSpPr>
          <p:nvPr/>
        </p:nvCxnSpPr>
        <p:spPr>
          <a:xfrm>
            <a:off x="749808" y="835973"/>
            <a:ext cx="10381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F529001-96D9-46BF-B7DB-4F9C962ADDB9}"/>
              </a:ext>
            </a:extLst>
          </p:cNvPr>
          <p:cNvSpPr/>
          <p:nvPr/>
        </p:nvSpPr>
        <p:spPr>
          <a:xfrm>
            <a:off x="420624" y="1586169"/>
            <a:ext cx="11292840" cy="1435841"/>
          </a:xfrm>
          <a:prstGeom prst="round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60363"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EAD64AE-634D-46ED-AD01-544D8905D82B}"/>
              </a:ext>
            </a:extLst>
          </p:cNvPr>
          <p:cNvSpPr/>
          <p:nvPr/>
        </p:nvSpPr>
        <p:spPr>
          <a:xfrm>
            <a:off x="420624" y="3165676"/>
            <a:ext cx="11292840" cy="143584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60363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A110CEE-5CF8-4876-B393-CE868B556601}"/>
              </a:ext>
            </a:extLst>
          </p:cNvPr>
          <p:cNvSpPr/>
          <p:nvPr/>
        </p:nvSpPr>
        <p:spPr>
          <a:xfrm>
            <a:off x="420624" y="4726897"/>
            <a:ext cx="11292840" cy="155916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60363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Python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fremvorki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tamoyili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9516D5-CDA8-424B-8B03-6EE636EE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0E0A9-3774-4C22-939F-C9D2909A983C}" type="slidenum">
              <a:rPr lang="ru-RU" smtClean="0"/>
              <a:t>15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63AFAF-92AA-4664-A80F-F60A0CC30857}"/>
              </a:ext>
            </a:extLst>
          </p:cNvPr>
          <p:cNvSpPr/>
          <p:nvPr/>
        </p:nvSpPr>
        <p:spPr>
          <a:xfrm>
            <a:off x="191580" y="2225145"/>
            <a:ext cx="45719" cy="4245517"/>
          </a:xfrm>
          <a:prstGeom prst="rect">
            <a:avLst/>
          </a:prstGeom>
          <a:solidFill>
            <a:srgbClr val="052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E15071E-FE44-467D-91DC-14DF98EFE323}"/>
              </a:ext>
            </a:extLst>
          </p:cNvPr>
          <p:cNvSpPr/>
          <p:nvPr/>
        </p:nvSpPr>
        <p:spPr>
          <a:xfrm>
            <a:off x="111315" y="2121004"/>
            <a:ext cx="208281" cy="208281"/>
          </a:xfrm>
          <a:prstGeom prst="ellipse">
            <a:avLst/>
          </a:prstGeom>
          <a:solidFill>
            <a:srgbClr val="0070C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31C9DC47-02F3-4A2F-9260-E45A5220ECB2}"/>
              </a:ext>
            </a:extLst>
          </p:cNvPr>
          <p:cNvSpPr/>
          <p:nvPr/>
        </p:nvSpPr>
        <p:spPr>
          <a:xfrm>
            <a:off x="117412" y="4161029"/>
            <a:ext cx="208280" cy="208280"/>
          </a:xfrm>
          <a:prstGeom prst="ellipse">
            <a:avLst/>
          </a:prstGeom>
          <a:solidFill>
            <a:srgbClr val="C00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D2FF8A92-3FB3-4DD0-B814-FC27661D5189}"/>
              </a:ext>
            </a:extLst>
          </p:cNvPr>
          <p:cNvSpPr/>
          <p:nvPr/>
        </p:nvSpPr>
        <p:spPr>
          <a:xfrm>
            <a:off x="130176" y="5791395"/>
            <a:ext cx="208280" cy="208280"/>
          </a:xfrm>
          <a:prstGeom prst="ellipse">
            <a:avLst/>
          </a:prstGeom>
          <a:solidFill>
            <a:srgbClr val="00B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Conclusion icons for free download | Freepik">
            <a:extLst>
              <a:ext uri="{FF2B5EF4-FFF2-40B4-BE49-F238E27FC236}">
                <a16:creationId xmlns:a16="http://schemas.microsoft.com/office/drawing/2014/main" id="{085C47AC-5F4D-4ED1-8F33-40C67A911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6267" y="64437"/>
            <a:ext cx="863517" cy="8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tertainment Icon PNG Images, Free Transparent Entertainment Icon Download  - KindPNG">
            <a:extLst>
              <a:ext uri="{FF2B5EF4-FFF2-40B4-BE49-F238E27FC236}">
                <a16:creationId xmlns:a16="http://schemas.microsoft.com/office/drawing/2014/main" id="{9010B3D2-EEB8-440A-9169-993FD3FF5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" y="25838"/>
            <a:ext cx="1152525" cy="105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3B7861A3-DD78-4461-8395-599053A55E7F}"/>
              </a:ext>
            </a:extLst>
          </p:cNvPr>
          <p:cNvCxnSpPr/>
          <p:nvPr/>
        </p:nvCxnSpPr>
        <p:spPr>
          <a:xfrm>
            <a:off x="1186449" y="835973"/>
            <a:ext cx="10029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7">
            <a:extLst>
              <a:ext uri="{FF2B5EF4-FFF2-40B4-BE49-F238E27FC236}">
                <a16:creationId xmlns:a16="http://schemas.microsoft.com/office/drawing/2014/main" id="{B3D175BD-00B5-4BAA-807C-C65D840A7838}"/>
              </a:ext>
            </a:extLst>
          </p:cNvPr>
          <p:cNvSpPr/>
          <p:nvPr/>
        </p:nvSpPr>
        <p:spPr>
          <a:xfrm rot="-5400000">
            <a:off x="1619116" y="698608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7">
            <a:extLst>
              <a:ext uri="{FF2B5EF4-FFF2-40B4-BE49-F238E27FC236}">
                <a16:creationId xmlns:a16="http://schemas.microsoft.com/office/drawing/2014/main" id="{9E975623-3A70-4AA7-A162-3E66A7195368}"/>
              </a:ext>
            </a:extLst>
          </p:cNvPr>
          <p:cNvSpPr/>
          <p:nvPr/>
        </p:nvSpPr>
        <p:spPr>
          <a:xfrm rot="5400000">
            <a:off x="1726786" y="782545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2BCD531A-7C29-4E19-9C15-3B2AC4F156E1}"/>
              </a:ext>
            </a:extLst>
          </p:cNvPr>
          <p:cNvSpPr/>
          <p:nvPr/>
        </p:nvSpPr>
        <p:spPr>
          <a:xfrm rot="-5400000">
            <a:off x="2737834" y="698607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4" name="Freeform 7">
            <a:extLst>
              <a:ext uri="{FF2B5EF4-FFF2-40B4-BE49-F238E27FC236}">
                <a16:creationId xmlns:a16="http://schemas.microsoft.com/office/drawing/2014/main" id="{AFA2B347-AF2C-4DF4-ADC8-640131EB1E25}"/>
              </a:ext>
            </a:extLst>
          </p:cNvPr>
          <p:cNvSpPr/>
          <p:nvPr/>
        </p:nvSpPr>
        <p:spPr>
          <a:xfrm rot="5400000">
            <a:off x="2845504" y="782544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24E7EBB9-5BF9-4763-957A-752ACC87BDF9}"/>
              </a:ext>
            </a:extLst>
          </p:cNvPr>
          <p:cNvSpPr/>
          <p:nvPr/>
        </p:nvSpPr>
        <p:spPr>
          <a:xfrm rot="-5400000">
            <a:off x="4122082" y="680700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E5729DE2-1BCE-46BA-972A-CEF3CC8D2F7A}"/>
              </a:ext>
            </a:extLst>
          </p:cNvPr>
          <p:cNvSpPr/>
          <p:nvPr/>
        </p:nvSpPr>
        <p:spPr>
          <a:xfrm rot="5400000">
            <a:off x="4229752" y="764637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69C25BCE-FE8C-4A5A-BB8A-891BA322A568}"/>
              </a:ext>
            </a:extLst>
          </p:cNvPr>
          <p:cNvSpPr/>
          <p:nvPr/>
        </p:nvSpPr>
        <p:spPr>
          <a:xfrm rot="-5400000">
            <a:off x="5378250" y="698606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98D9B188-0AE9-41CC-8355-BD1713D18082}"/>
              </a:ext>
            </a:extLst>
          </p:cNvPr>
          <p:cNvSpPr/>
          <p:nvPr/>
        </p:nvSpPr>
        <p:spPr>
          <a:xfrm rot="5400000">
            <a:off x="5485920" y="782543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2" name="Freeform 7">
            <a:extLst>
              <a:ext uri="{FF2B5EF4-FFF2-40B4-BE49-F238E27FC236}">
                <a16:creationId xmlns:a16="http://schemas.microsoft.com/office/drawing/2014/main" id="{022B1E85-2E1F-4967-B48E-1CFC0380A1AE}"/>
              </a:ext>
            </a:extLst>
          </p:cNvPr>
          <p:cNvSpPr/>
          <p:nvPr/>
        </p:nvSpPr>
        <p:spPr>
          <a:xfrm rot="-5400000">
            <a:off x="6585625" y="694398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3" name="Freeform 7">
            <a:extLst>
              <a:ext uri="{FF2B5EF4-FFF2-40B4-BE49-F238E27FC236}">
                <a16:creationId xmlns:a16="http://schemas.microsoft.com/office/drawing/2014/main" id="{C7F30C56-70E8-4F2F-87AA-B503E17F151A}"/>
              </a:ext>
            </a:extLst>
          </p:cNvPr>
          <p:cNvSpPr/>
          <p:nvPr/>
        </p:nvSpPr>
        <p:spPr>
          <a:xfrm rot="5400000">
            <a:off x="6693295" y="778335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4" name="Freeform 7">
            <a:extLst>
              <a:ext uri="{FF2B5EF4-FFF2-40B4-BE49-F238E27FC236}">
                <a16:creationId xmlns:a16="http://schemas.microsoft.com/office/drawing/2014/main" id="{6331C34D-E321-43B3-9685-71C9BF1A962D}"/>
              </a:ext>
            </a:extLst>
          </p:cNvPr>
          <p:cNvSpPr/>
          <p:nvPr/>
        </p:nvSpPr>
        <p:spPr>
          <a:xfrm rot="-5400000">
            <a:off x="8121826" y="688295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D5C3B829-BCC7-4EEC-8E44-DFA99AFD8E0F}"/>
              </a:ext>
            </a:extLst>
          </p:cNvPr>
          <p:cNvSpPr/>
          <p:nvPr/>
        </p:nvSpPr>
        <p:spPr>
          <a:xfrm rot="5400000">
            <a:off x="8229496" y="772232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0C409D99-8135-4215-8D41-05F1E083AD3C}"/>
              </a:ext>
            </a:extLst>
          </p:cNvPr>
          <p:cNvSpPr/>
          <p:nvPr/>
        </p:nvSpPr>
        <p:spPr>
          <a:xfrm rot="-5400000">
            <a:off x="9385222" y="700233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7F1B64EA-68A1-4411-8F02-F1E23805019B}"/>
              </a:ext>
            </a:extLst>
          </p:cNvPr>
          <p:cNvSpPr/>
          <p:nvPr/>
        </p:nvSpPr>
        <p:spPr>
          <a:xfrm rot="5400000">
            <a:off x="9492892" y="784170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8" name="Freeform 7">
            <a:extLst>
              <a:ext uri="{FF2B5EF4-FFF2-40B4-BE49-F238E27FC236}">
                <a16:creationId xmlns:a16="http://schemas.microsoft.com/office/drawing/2014/main" id="{9E6826DB-25EE-4AB0-8E2F-3A8DD3A7ED64}"/>
              </a:ext>
            </a:extLst>
          </p:cNvPr>
          <p:cNvSpPr/>
          <p:nvPr/>
        </p:nvSpPr>
        <p:spPr>
          <a:xfrm rot="-5400000">
            <a:off x="10651485" y="694681"/>
            <a:ext cx="96703" cy="198648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59" name="Freeform 7">
            <a:extLst>
              <a:ext uri="{FF2B5EF4-FFF2-40B4-BE49-F238E27FC236}">
                <a16:creationId xmlns:a16="http://schemas.microsoft.com/office/drawing/2014/main" id="{1B599302-9A04-48AB-932E-C0AEAAEEDE3F}"/>
              </a:ext>
            </a:extLst>
          </p:cNvPr>
          <p:cNvSpPr/>
          <p:nvPr/>
        </p:nvSpPr>
        <p:spPr>
          <a:xfrm rot="5400000">
            <a:off x="10759155" y="778618"/>
            <a:ext cx="96702" cy="198646"/>
          </a:xfrm>
          <a:custGeom>
            <a:avLst/>
            <a:gdLst/>
            <a:ahLst/>
            <a:cxnLst/>
            <a:rect l="l" t="t" r="r" b="b"/>
            <a:pathLst>
              <a:path w="1015539" h="2086127">
                <a:moveTo>
                  <a:pt x="0" y="0"/>
                </a:moveTo>
                <a:lnTo>
                  <a:pt x="1015539" y="0"/>
                </a:lnTo>
                <a:lnTo>
                  <a:pt x="1015539" y="2086127"/>
                </a:lnTo>
                <a:lnTo>
                  <a:pt x="0" y="208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</p:sp>
      <p:sp>
        <p:nvSpPr>
          <p:cNvPr id="38" name="Номер слайда 3">
            <a:extLst>
              <a:ext uri="{FF2B5EF4-FFF2-40B4-BE49-F238E27FC236}">
                <a16:creationId xmlns:a16="http://schemas.microsoft.com/office/drawing/2014/main" id="{86B0E9B6-78B7-4E3F-9D12-5BAA29F31B7E}"/>
              </a:ext>
            </a:extLst>
          </p:cNvPr>
          <p:cNvSpPr txBox="1">
            <a:spLocks/>
          </p:cNvSpPr>
          <p:nvPr/>
        </p:nvSpPr>
        <p:spPr>
          <a:xfrm>
            <a:off x="11511611" y="6147499"/>
            <a:ext cx="669925" cy="710501"/>
          </a:xfrm>
          <a:prstGeom prst="rect">
            <a:avLst/>
          </a:prstGeom>
          <a:solidFill>
            <a:srgbClr val="223E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ru-RU" alt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54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2EDD07E-707F-44B7-830B-9A1397ADAE9D}"/>
              </a:ext>
            </a:extLst>
          </p:cNvPr>
          <p:cNvSpPr/>
          <p:nvPr/>
        </p:nvSpPr>
        <p:spPr>
          <a:xfrm>
            <a:off x="441960" y="3659769"/>
            <a:ext cx="6492240" cy="485556"/>
          </a:xfrm>
          <a:prstGeom prst="roundRect">
            <a:avLst/>
          </a:prstGeom>
          <a:solidFill>
            <a:srgbClr val="EB4343"/>
          </a:solidFill>
          <a:ln>
            <a:solidFill>
              <a:srgbClr val="EB4343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3C05B8D-E410-42A4-8411-3D6578FE4F43}"/>
              </a:ext>
            </a:extLst>
          </p:cNvPr>
          <p:cNvSpPr/>
          <p:nvPr/>
        </p:nvSpPr>
        <p:spPr>
          <a:xfrm>
            <a:off x="0" y="6187440"/>
            <a:ext cx="12192000" cy="67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0107DAC-26CA-4B96-BC11-D5C4370AD44C}"/>
              </a:ext>
            </a:extLst>
          </p:cNvPr>
          <p:cNvSpPr/>
          <p:nvPr/>
        </p:nvSpPr>
        <p:spPr>
          <a:xfrm>
            <a:off x="441960" y="5880110"/>
            <a:ext cx="6492240" cy="670560"/>
          </a:xfrm>
          <a:prstGeom prst="roundRect">
            <a:avLst/>
          </a:prstGeom>
          <a:solidFill>
            <a:srgbClr val="79D9BE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B5C11BA-0E2D-4BB8-A277-425C3E9DF068}"/>
              </a:ext>
            </a:extLst>
          </p:cNvPr>
          <p:cNvSpPr/>
          <p:nvPr/>
        </p:nvSpPr>
        <p:spPr>
          <a:xfrm>
            <a:off x="441960" y="1746838"/>
            <a:ext cx="6492240" cy="67056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506AB28-C102-42E6-A81B-53D4A11C3864}"/>
              </a:ext>
            </a:extLst>
          </p:cNvPr>
          <p:cNvSpPr/>
          <p:nvPr/>
        </p:nvSpPr>
        <p:spPr>
          <a:xfrm>
            <a:off x="348557" y="583225"/>
            <a:ext cx="11262360" cy="1378778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55600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video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darslar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mavzulashtirilgan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belgilandi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0FEED37-E335-4CB5-A9B5-8131B732C0DD}"/>
              </a:ext>
            </a:extLst>
          </p:cNvPr>
          <p:cNvSpPr/>
          <p:nvPr/>
        </p:nvSpPr>
        <p:spPr>
          <a:xfrm>
            <a:off x="323088" y="2360681"/>
            <a:ext cx="11262360" cy="1395379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55600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o‘rtasidagi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bog‘lanishlar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almashinuvi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455CACB-D20A-45CC-805D-65494753281B}"/>
              </a:ext>
            </a:extLst>
          </p:cNvPr>
          <p:cNvSpPr/>
          <p:nvPr/>
        </p:nvSpPr>
        <p:spPr>
          <a:xfrm>
            <a:off x="323088" y="4095466"/>
            <a:ext cx="11262360" cy="2115798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 defTabSz="355600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/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raqamlashtirish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bilimlarni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mo‘ljallangan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Номер слайда 1">
            <a:extLst>
              <a:ext uri="{FF2B5EF4-FFF2-40B4-BE49-F238E27FC236}">
                <a16:creationId xmlns:a16="http://schemas.microsoft.com/office/drawing/2014/main" id="{42715954-C3B6-4680-BF94-8DEADCD0C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0910" y="6210041"/>
            <a:ext cx="714512" cy="6705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88" indent="-285765" algn="l" defTabSz="4572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56" indent="-228611" algn="l" defTabSz="4572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79" indent="-228611" algn="l" defTabSz="4572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503" indent="-228611" algn="l" defTabSz="4572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725" indent="-228611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947" indent="-228611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170" indent="-228611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393" indent="-228611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altLang="ru-RU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ru-RU" altLang="ru-RU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3FC07C-2570-4833-88F2-A055B5BDDE9E}"/>
              </a:ext>
            </a:extLst>
          </p:cNvPr>
          <p:cNvSpPr/>
          <p:nvPr/>
        </p:nvSpPr>
        <p:spPr>
          <a:xfrm>
            <a:off x="151419" y="-13878"/>
            <a:ext cx="45719" cy="6871877"/>
          </a:xfrm>
          <a:prstGeom prst="rect">
            <a:avLst/>
          </a:prstGeom>
          <a:solidFill>
            <a:srgbClr val="052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6495549-30D7-4BE0-B8C1-0EC0341303BF}"/>
              </a:ext>
            </a:extLst>
          </p:cNvPr>
          <p:cNvSpPr/>
          <p:nvPr/>
        </p:nvSpPr>
        <p:spPr>
          <a:xfrm>
            <a:off x="70137" y="876266"/>
            <a:ext cx="208281" cy="208281"/>
          </a:xfrm>
          <a:prstGeom prst="ellipse">
            <a:avLst/>
          </a:prstGeom>
          <a:solidFill>
            <a:srgbClr val="FFC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C422463-2D09-44F0-BC11-CF3ED5211468}"/>
              </a:ext>
            </a:extLst>
          </p:cNvPr>
          <p:cNvSpPr/>
          <p:nvPr/>
        </p:nvSpPr>
        <p:spPr>
          <a:xfrm>
            <a:off x="70138" y="2824165"/>
            <a:ext cx="208280" cy="208280"/>
          </a:xfrm>
          <a:prstGeom prst="ellipse">
            <a:avLst/>
          </a:prstGeom>
          <a:solidFill>
            <a:srgbClr val="C0000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BFAF07B-737D-4ABD-B290-D5ABB950794E}"/>
              </a:ext>
            </a:extLst>
          </p:cNvPr>
          <p:cNvSpPr/>
          <p:nvPr/>
        </p:nvSpPr>
        <p:spPr>
          <a:xfrm>
            <a:off x="61535" y="5020279"/>
            <a:ext cx="208280" cy="208280"/>
          </a:xfrm>
          <a:prstGeom prst="ellipse">
            <a:avLst/>
          </a:prstGeom>
          <a:solidFill>
            <a:srgbClr val="86C5B4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3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" y="1524750"/>
            <a:ext cx="382555" cy="753141"/>
          </a:xfrm>
          <a:custGeom>
            <a:avLst/>
            <a:gdLst/>
            <a:ahLst/>
            <a:cxnLst/>
            <a:rect l="l" t="t" r="r" b="b"/>
            <a:pathLst>
              <a:path w="268365" h="560671">
                <a:moveTo>
                  <a:pt x="0" y="0"/>
                </a:moveTo>
                <a:lnTo>
                  <a:pt x="268365" y="0"/>
                </a:lnTo>
                <a:lnTo>
                  <a:pt x="268365" y="560671"/>
                </a:lnTo>
                <a:lnTo>
                  <a:pt x="0" y="56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07354"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224755" y="183518"/>
            <a:ext cx="252904" cy="272337"/>
            <a:chOff x="0" y="0"/>
            <a:chExt cx="1133007" cy="12200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33007" cy="1220063"/>
            </a:xfrm>
            <a:custGeom>
              <a:avLst/>
              <a:gdLst/>
              <a:ahLst/>
              <a:cxnLst/>
              <a:rect l="l" t="t" r="r" b="b"/>
              <a:pathLst>
                <a:path w="1133007" h="1220063">
                  <a:moveTo>
                    <a:pt x="204080" y="0"/>
                  </a:moveTo>
                  <a:lnTo>
                    <a:pt x="928926" y="0"/>
                  </a:lnTo>
                  <a:cubicBezTo>
                    <a:pt x="1041637" y="0"/>
                    <a:pt x="1133007" y="91370"/>
                    <a:pt x="1133007" y="204080"/>
                  </a:cubicBezTo>
                  <a:lnTo>
                    <a:pt x="1133007" y="1015983"/>
                  </a:lnTo>
                  <a:cubicBezTo>
                    <a:pt x="1133007" y="1128693"/>
                    <a:pt x="1041637" y="1220063"/>
                    <a:pt x="928926" y="1220063"/>
                  </a:cubicBezTo>
                  <a:lnTo>
                    <a:pt x="204080" y="1220063"/>
                  </a:lnTo>
                  <a:cubicBezTo>
                    <a:pt x="91370" y="1220063"/>
                    <a:pt x="0" y="1128693"/>
                    <a:pt x="0" y="1015983"/>
                  </a:cubicBezTo>
                  <a:lnTo>
                    <a:pt x="0" y="204080"/>
                  </a:lnTo>
                  <a:cubicBezTo>
                    <a:pt x="0" y="91370"/>
                    <a:pt x="91370" y="0"/>
                    <a:pt x="2040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50000">
                  <a:srgbClr val="70E1A6">
                    <a:alpha val="100000"/>
                  </a:srgbClr>
                </a:gs>
                <a:gs pos="100000">
                  <a:srgbClr val="96EFC1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33007" cy="12772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292104" y="251892"/>
            <a:ext cx="252904" cy="272337"/>
            <a:chOff x="0" y="0"/>
            <a:chExt cx="1133007" cy="12200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3007" cy="1220063"/>
            </a:xfrm>
            <a:custGeom>
              <a:avLst/>
              <a:gdLst/>
              <a:ahLst/>
              <a:cxnLst/>
              <a:rect l="l" t="t" r="r" b="b"/>
              <a:pathLst>
                <a:path w="1133007" h="1220063">
                  <a:moveTo>
                    <a:pt x="204080" y="0"/>
                  </a:moveTo>
                  <a:lnTo>
                    <a:pt x="928926" y="0"/>
                  </a:lnTo>
                  <a:cubicBezTo>
                    <a:pt x="1041637" y="0"/>
                    <a:pt x="1133007" y="91370"/>
                    <a:pt x="1133007" y="204080"/>
                  </a:cubicBezTo>
                  <a:lnTo>
                    <a:pt x="1133007" y="1015983"/>
                  </a:lnTo>
                  <a:cubicBezTo>
                    <a:pt x="1133007" y="1128693"/>
                    <a:pt x="1041637" y="1220063"/>
                    <a:pt x="928926" y="1220063"/>
                  </a:cubicBezTo>
                  <a:lnTo>
                    <a:pt x="204080" y="1220063"/>
                  </a:lnTo>
                  <a:cubicBezTo>
                    <a:pt x="91370" y="1220063"/>
                    <a:pt x="0" y="1128693"/>
                    <a:pt x="0" y="1015983"/>
                  </a:cubicBezTo>
                  <a:lnTo>
                    <a:pt x="0" y="204080"/>
                  </a:lnTo>
                  <a:cubicBezTo>
                    <a:pt x="0" y="91370"/>
                    <a:pt x="91370" y="0"/>
                    <a:pt x="2040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50000">
                  <a:srgbClr val="70E1A6">
                    <a:alpha val="100000"/>
                  </a:srgbClr>
                </a:gs>
                <a:gs pos="100000">
                  <a:srgbClr val="96EFC1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33007" cy="127721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/>
            </a:p>
          </p:txBody>
        </p:sp>
      </p:grpSp>
      <p:sp>
        <p:nvSpPr>
          <p:cNvPr id="23" name="Freeform 23"/>
          <p:cNvSpPr/>
          <p:nvPr/>
        </p:nvSpPr>
        <p:spPr>
          <a:xfrm>
            <a:off x="11958610" y="2609544"/>
            <a:ext cx="407909" cy="852208"/>
          </a:xfrm>
          <a:custGeom>
            <a:avLst/>
            <a:gdLst/>
            <a:ahLst/>
            <a:cxnLst/>
            <a:rect l="l" t="t" r="r" b="b"/>
            <a:pathLst>
              <a:path w="611864" h="1278312">
                <a:moveTo>
                  <a:pt x="0" y="0"/>
                </a:moveTo>
                <a:lnTo>
                  <a:pt x="611864" y="0"/>
                </a:lnTo>
                <a:lnTo>
                  <a:pt x="611864" y="1278312"/>
                </a:lnTo>
                <a:lnTo>
                  <a:pt x="0" y="1278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07354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803769" y="2277891"/>
            <a:ext cx="6428153" cy="701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64"/>
              </a:lnSpc>
            </a:pPr>
            <a:r>
              <a:rPr lang="en-US" sz="5614" b="1" dirty="0" err="1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E’tiboringiz</a:t>
            </a:r>
            <a:endParaRPr lang="en-US" sz="5614" b="1" dirty="0">
              <a:solidFill>
                <a:srgbClr val="191919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803770" y="3024149"/>
            <a:ext cx="6584459" cy="701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64"/>
              </a:lnSpc>
            </a:pPr>
            <a:r>
              <a:rPr lang="en-US" sz="5614" b="1" dirty="0">
                <a:solidFill>
                  <a:srgbClr val="259D84"/>
                </a:solidFill>
                <a:latin typeface="Poppins Bold"/>
                <a:ea typeface="Poppins Bold"/>
                <a:cs typeface="Poppins Bold"/>
                <a:sym typeface="Poppins Bold"/>
              </a:rPr>
              <a:t>uchun </a:t>
            </a:r>
            <a:r>
              <a:rPr lang="en-US" sz="5614" b="1" dirty="0" err="1">
                <a:solidFill>
                  <a:srgbClr val="259D84"/>
                </a:solidFill>
                <a:latin typeface="Poppins Bold"/>
                <a:ea typeface="Poppins Bold"/>
                <a:cs typeface="Poppins Bold"/>
                <a:sym typeface="Poppins Bold"/>
              </a:rPr>
              <a:t>rahmat</a:t>
            </a:r>
            <a:endParaRPr lang="en-US" sz="5614" b="1" dirty="0">
              <a:solidFill>
                <a:srgbClr val="259D8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rimo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23184d0b-7431-4f62-a019-4ebdb4b0dd51" Revision="1" Stencil="System.MyShapes" StencilVersion="1.0"/>
</Control>
</file>

<file path=customXml/itemProps1.xml><?xml version="1.0" encoding="utf-8"?>
<ds:datastoreItem xmlns:ds="http://schemas.openxmlformats.org/officeDocument/2006/customXml" ds:itemID="{12074CDD-F493-42F2-B2DF-F6D5ACD549AA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16786</TotalTime>
  <Words>723</Words>
  <Application>Microsoft Office PowerPoint</Application>
  <PresentationFormat>Широкоэкранный</PresentationFormat>
  <Paragraphs>78</Paragraphs>
  <Slides>17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a_EmpirialNr</vt:lpstr>
      <vt:lpstr>Arial</vt:lpstr>
      <vt:lpstr>Calibri</vt:lpstr>
      <vt:lpstr>Dosis</vt:lpstr>
      <vt:lpstr>Poppins Bold</vt:lpstr>
      <vt:lpstr>Times New Roman</vt:lpstr>
      <vt:lpstr>Office Theme</vt:lpstr>
      <vt:lpstr>Cerimon template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Permana Maliq</dc:creator>
  <cp:lastModifiedBy>pc</cp:lastModifiedBy>
  <cp:revision>918</cp:revision>
  <dcterms:created xsi:type="dcterms:W3CDTF">2021-03-10T09:36:58Z</dcterms:created>
  <dcterms:modified xsi:type="dcterms:W3CDTF">2026-06-02T06:51:42Z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