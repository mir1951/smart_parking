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21.svg" ContentType="image/svg+xml"/>
  <Override PartName="/ppt/media/image2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2"/>
    <p:sldMasterId id="2147483743" r:id="rId3"/>
  </p:sldMasterIdLst>
  <p:notesMasterIdLst>
    <p:notesMasterId r:id="rId21"/>
  </p:notesMasterIdLst>
  <p:sldIdLst>
    <p:sldId id="395" r:id="rId4"/>
    <p:sldId id="270" r:id="rId5"/>
    <p:sldId id="500" r:id="rId6"/>
    <p:sldId id="502" r:id="rId7"/>
    <p:sldId id="513" r:id="rId8"/>
    <p:sldId id="503" r:id="rId9"/>
    <p:sldId id="505" r:id="rId10"/>
    <p:sldId id="506" r:id="rId11"/>
    <p:sldId id="507" r:id="rId12"/>
    <p:sldId id="509" r:id="rId13"/>
    <p:sldId id="515" r:id="rId14"/>
    <p:sldId id="514" r:id="rId15"/>
    <p:sldId id="516" r:id="rId16"/>
    <p:sldId id="510" r:id="rId17"/>
    <p:sldId id="450" r:id="rId18"/>
    <p:sldId id="451" r:id="rId19"/>
    <p:sldId id="25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Пользователь Windows" initials="ПW" lastIdx="0" clrIdx="0">
    <p:extLst>
      <p:ext uri="{19B8F6BF-5375-455C-9EA6-DF929625EA0E}">
        <p15:presenceInfo xmlns:p15="http://schemas.microsoft.com/office/powerpoint/2012/main" userId="ccf13de3f9f834c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3E91"/>
    <a:srgbClr val="057B61"/>
    <a:srgbClr val="051D40"/>
    <a:srgbClr val="FF4747"/>
    <a:srgbClr val="86C5B4"/>
    <a:srgbClr val="FFFFFF"/>
    <a:srgbClr val="052A47"/>
    <a:srgbClr val="DCDCDC"/>
    <a:srgbClr val="04B6DF"/>
    <a:srgbClr val="9FAD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Средний стиль 2 — акцент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Средний стиль 1 — акцент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Светлый стиль 3 — акцент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Средний стиль 1 — акцент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ED083AE6-46FA-4A59-8FB0-9F97EB10719F}" styleName="Светлый стиль 3 — акцент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Светлый стиль 3 — акцент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Светлый стиль 3 — акцент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434" autoAdjust="0"/>
  </p:normalViewPr>
  <p:slideViewPr>
    <p:cSldViewPr snapToGrid="0">
      <p:cViewPr varScale="1">
        <p:scale>
          <a:sx n="82" d="100"/>
          <a:sy n="82" d="100"/>
        </p:scale>
        <p:origin x="581" y="43"/>
      </p:cViewPr>
      <p:guideLst>
        <p:guide orient="horz" pos="2160"/>
        <p:guide pos="3840"/>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notesMaster" Target="notesMasters/notesMaster1.xml"/><Relationship Id="rId22" Type="http://schemas.openxmlformats.org/officeDocument/2006/relationships/commentAuthors" Target="commentAuthor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6D39E6-B45B-4DF6-BB73-55621B1D00A7}" type="datetimeFigureOut">
              <a:rPr lang="ru-RU" smtClean="0"/>
              <a:t>02.06.2026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3476D6-03B1-4D2F-BE80-E3AC446D37BE}" type="slidenum">
              <a:rPr lang="ru-RU" smtClean="0"/>
              <a:t>‹#›</a:t>
            </a:fld>
            <a:endParaRPr lang="ru-RU"/>
          </a:p>
        </p:txBody>
      </p:sp>
    </p:spTree>
    <p:extLst>
      <p:ext uri="{BB962C8B-B14F-4D97-AF65-F5344CB8AC3E}">
        <p14:creationId xmlns:p14="http://schemas.microsoft.com/office/powerpoint/2010/main" val="3721120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103476D6-03B1-4D2F-BE80-E3AC446D37BE}" type="slidenum">
              <a:rPr lang="ru-RU" smtClean="0"/>
              <a:t>1</a:t>
            </a:fld>
            <a:endParaRPr lang="ru-RU"/>
          </a:p>
        </p:txBody>
      </p:sp>
    </p:spTree>
    <p:extLst>
      <p:ext uri="{BB962C8B-B14F-4D97-AF65-F5344CB8AC3E}">
        <p14:creationId xmlns:p14="http://schemas.microsoft.com/office/powerpoint/2010/main" val="3804720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103476D6-03B1-4D2F-BE80-E3AC446D37BE}" type="slidenum">
              <a:rPr lang="ru-RU" smtClean="0"/>
              <a:t>2</a:t>
            </a:fld>
            <a:endParaRPr lang="ru-RU"/>
          </a:p>
        </p:txBody>
      </p:sp>
    </p:spTree>
    <p:extLst>
      <p:ext uri="{BB962C8B-B14F-4D97-AF65-F5344CB8AC3E}">
        <p14:creationId xmlns:p14="http://schemas.microsoft.com/office/powerpoint/2010/main" val="3341111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F51D95-BD6D-4664-BAFA-5A9DBF7C86BF}"/>
              </a:ext>
            </a:extLst>
          </p:cNvPr>
          <p:cNvSpPr/>
          <p:nvPr userDrawn="1"/>
        </p:nvSpPr>
        <p:spPr>
          <a:xfrm>
            <a:off x="4129787" y="-1"/>
            <a:ext cx="1115568" cy="2226907"/>
          </a:xfrm>
          <a:prstGeom prst="rect">
            <a:avLst/>
          </a:prstGeom>
          <a:solidFill>
            <a:srgbClr val="68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B313DBD-283C-46E0-81E8-94B6E4174890}"/>
              </a:ext>
            </a:extLst>
          </p:cNvPr>
          <p:cNvSpPr>
            <a:spLocks noGrp="1"/>
          </p:cNvSpPr>
          <p:nvPr>
            <p:ph type="pic" sz="quarter" idx="10"/>
          </p:nvPr>
        </p:nvSpPr>
        <p:spPr>
          <a:xfrm>
            <a:off x="5333998" y="1"/>
            <a:ext cx="6858003" cy="6858001"/>
          </a:xfrm>
          <a:custGeom>
            <a:avLst/>
            <a:gdLst>
              <a:gd name="connsiteX0" fmla="*/ 4631096 w 6858003"/>
              <a:gd name="connsiteY0" fmla="*/ 4631094 h 6858001"/>
              <a:gd name="connsiteX1" fmla="*/ 6858003 w 6858003"/>
              <a:gd name="connsiteY1" fmla="*/ 4631094 h 6858001"/>
              <a:gd name="connsiteX2" fmla="*/ 6858003 w 6858003"/>
              <a:gd name="connsiteY2" fmla="*/ 6858001 h 6858001"/>
              <a:gd name="connsiteX3" fmla="*/ 4631096 w 6858003"/>
              <a:gd name="connsiteY3" fmla="*/ 6858001 h 6858001"/>
              <a:gd name="connsiteX4" fmla="*/ 4631096 w 6858003"/>
              <a:gd name="connsiteY4" fmla="*/ 2315547 h 6858001"/>
              <a:gd name="connsiteX5" fmla="*/ 6858003 w 6858003"/>
              <a:gd name="connsiteY5" fmla="*/ 2315547 h 6858001"/>
              <a:gd name="connsiteX6" fmla="*/ 6858003 w 6858003"/>
              <a:gd name="connsiteY6" fmla="*/ 4542454 h 6858001"/>
              <a:gd name="connsiteX7" fmla="*/ 4631096 w 6858003"/>
              <a:gd name="connsiteY7" fmla="*/ 4542454 h 6858001"/>
              <a:gd name="connsiteX8" fmla="*/ 2315547 w 6858003"/>
              <a:gd name="connsiteY8" fmla="*/ 2315547 h 6858001"/>
              <a:gd name="connsiteX9" fmla="*/ 4542454 w 6858003"/>
              <a:gd name="connsiteY9" fmla="*/ 2315547 h 6858001"/>
              <a:gd name="connsiteX10" fmla="*/ 4542454 w 6858003"/>
              <a:gd name="connsiteY10" fmla="*/ 4542454 h 6858001"/>
              <a:gd name="connsiteX11" fmla="*/ 2315547 w 6858003"/>
              <a:gd name="connsiteY11" fmla="*/ 4542454 h 6858001"/>
              <a:gd name="connsiteX12" fmla="*/ 4631096 w 6858003"/>
              <a:gd name="connsiteY12" fmla="*/ 0 h 6858001"/>
              <a:gd name="connsiteX13" fmla="*/ 6858003 w 6858003"/>
              <a:gd name="connsiteY13" fmla="*/ 0 h 6858001"/>
              <a:gd name="connsiteX14" fmla="*/ 6858003 w 6858003"/>
              <a:gd name="connsiteY14" fmla="*/ 2226907 h 6858001"/>
              <a:gd name="connsiteX15" fmla="*/ 4631096 w 6858003"/>
              <a:gd name="connsiteY15" fmla="*/ 2226907 h 6858001"/>
              <a:gd name="connsiteX16" fmla="*/ 2315549 w 6858003"/>
              <a:gd name="connsiteY16" fmla="*/ 0 h 6858001"/>
              <a:gd name="connsiteX17" fmla="*/ 4542456 w 6858003"/>
              <a:gd name="connsiteY17" fmla="*/ 0 h 6858001"/>
              <a:gd name="connsiteX18" fmla="*/ 4542456 w 6858003"/>
              <a:gd name="connsiteY18" fmla="*/ 2226907 h 6858001"/>
              <a:gd name="connsiteX19" fmla="*/ 2315549 w 6858003"/>
              <a:gd name="connsiteY19" fmla="*/ 2226907 h 6858001"/>
              <a:gd name="connsiteX20" fmla="*/ 0 w 6858003"/>
              <a:gd name="connsiteY20" fmla="*/ 0 h 6858001"/>
              <a:gd name="connsiteX21" fmla="*/ 2226907 w 6858003"/>
              <a:gd name="connsiteY21" fmla="*/ 0 h 6858001"/>
              <a:gd name="connsiteX22" fmla="*/ 2226907 w 6858003"/>
              <a:gd name="connsiteY22" fmla="*/ 2226907 h 6858001"/>
              <a:gd name="connsiteX23" fmla="*/ 0 w 6858003"/>
              <a:gd name="connsiteY23" fmla="*/ 22269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858003" h="6858001">
                <a:moveTo>
                  <a:pt x="4631096" y="4631094"/>
                </a:moveTo>
                <a:lnTo>
                  <a:pt x="6858003" y="4631094"/>
                </a:lnTo>
                <a:lnTo>
                  <a:pt x="6858003" y="6858001"/>
                </a:lnTo>
                <a:lnTo>
                  <a:pt x="4631096" y="6858001"/>
                </a:lnTo>
                <a:close/>
                <a:moveTo>
                  <a:pt x="4631096" y="2315547"/>
                </a:moveTo>
                <a:lnTo>
                  <a:pt x="6858003" y="2315547"/>
                </a:lnTo>
                <a:lnTo>
                  <a:pt x="6858003" y="4542454"/>
                </a:lnTo>
                <a:lnTo>
                  <a:pt x="4631096" y="4542454"/>
                </a:lnTo>
                <a:close/>
                <a:moveTo>
                  <a:pt x="2315547" y="2315547"/>
                </a:moveTo>
                <a:lnTo>
                  <a:pt x="4542454" y="2315547"/>
                </a:lnTo>
                <a:lnTo>
                  <a:pt x="4542454" y="4542454"/>
                </a:lnTo>
                <a:lnTo>
                  <a:pt x="2315547" y="4542454"/>
                </a:lnTo>
                <a:close/>
                <a:moveTo>
                  <a:pt x="4631096" y="0"/>
                </a:moveTo>
                <a:lnTo>
                  <a:pt x="6858003" y="0"/>
                </a:lnTo>
                <a:lnTo>
                  <a:pt x="6858003" y="2226907"/>
                </a:lnTo>
                <a:lnTo>
                  <a:pt x="4631096" y="2226907"/>
                </a:lnTo>
                <a:close/>
                <a:moveTo>
                  <a:pt x="2315549" y="0"/>
                </a:moveTo>
                <a:lnTo>
                  <a:pt x="4542456" y="0"/>
                </a:lnTo>
                <a:lnTo>
                  <a:pt x="4542456" y="2226907"/>
                </a:lnTo>
                <a:lnTo>
                  <a:pt x="2315549" y="2226907"/>
                </a:lnTo>
                <a:close/>
                <a:moveTo>
                  <a:pt x="0" y="0"/>
                </a:moveTo>
                <a:lnTo>
                  <a:pt x="2226907" y="0"/>
                </a:lnTo>
                <a:lnTo>
                  <a:pt x="2226907" y="2226907"/>
                </a:lnTo>
                <a:lnTo>
                  <a:pt x="0" y="2226907"/>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3577736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195A983-342E-4AEE-A460-A238F16FD2FB}"/>
              </a:ext>
            </a:extLst>
          </p:cNvPr>
          <p:cNvSpPr/>
          <p:nvPr userDrawn="1"/>
        </p:nvSpPr>
        <p:spPr>
          <a:xfrm>
            <a:off x="3018448" y="-1"/>
            <a:ext cx="2226907" cy="22269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0F2DE6E-D6C0-4814-91A7-67D57122C1AB}"/>
              </a:ext>
            </a:extLst>
          </p:cNvPr>
          <p:cNvSpPr>
            <a:spLocks noGrp="1"/>
          </p:cNvSpPr>
          <p:nvPr>
            <p:ph type="pic" sz="quarter" idx="10"/>
          </p:nvPr>
        </p:nvSpPr>
        <p:spPr>
          <a:xfrm>
            <a:off x="5333996" y="1"/>
            <a:ext cx="6858004" cy="6858001"/>
          </a:xfrm>
          <a:custGeom>
            <a:avLst/>
            <a:gdLst>
              <a:gd name="connsiteX0" fmla="*/ 4631097 w 6858004"/>
              <a:gd name="connsiteY0" fmla="*/ 4631094 h 6858001"/>
              <a:gd name="connsiteX1" fmla="*/ 6858004 w 6858004"/>
              <a:gd name="connsiteY1" fmla="*/ 4631094 h 6858001"/>
              <a:gd name="connsiteX2" fmla="*/ 6858004 w 6858004"/>
              <a:gd name="connsiteY2" fmla="*/ 6858001 h 6858001"/>
              <a:gd name="connsiteX3" fmla="*/ 4631097 w 6858004"/>
              <a:gd name="connsiteY3" fmla="*/ 6858001 h 6858001"/>
              <a:gd name="connsiteX4" fmla="*/ 2315549 w 6858004"/>
              <a:gd name="connsiteY4" fmla="*/ 4631094 h 6858001"/>
              <a:gd name="connsiteX5" fmla="*/ 4542456 w 6858004"/>
              <a:gd name="connsiteY5" fmla="*/ 4631094 h 6858001"/>
              <a:gd name="connsiteX6" fmla="*/ 4542456 w 6858004"/>
              <a:gd name="connsiteY6" fmla="*/ 6858001 h 6858001"/>
              <a:gd name="connsiteX7" fmla="*/ 2315549 w 6858004"/>
              <a:gd name="connsiteY7" fmla="*/ 6858001 h 6858001"/>
              <a:gd name="connsiteX8" fmla="*/ 0 w 6858004"/>
              <a:gd name="connsiteY8" fmla="*/ 4631094 h 6858001"/>
              <a:gd name="connsiteX9" fmla="*/ 2226907 w 6858004"/>
              <a:gd name="connsiteY9" fmla="*/ 4631094 h 6858001"/>
              <a:gd name="connsiteX10" fmla="*/ 2226907 w 6858004"/>
              <a:gd name="connsiteY10" fmla="*/ 6858001 h 6858001"/>
              <a:gd name="connsiteX11" fmla="*/ 0 w 6858004"/>
              <a:gd name="connsiteY11" fmla="*/ 6858001 h 6858001"/>
              <a:gd name="connsiteX12" fmla="*/ 4631097 w 6858004"/>
              <a:gd name="connsiteY12" fmla="*/ 2315547 h 6858001"/>
              <a:gd name="connsiteX13" fmla="*/ 6858004 w 6858004"/>
              <a:gd name="connsiteY13" fmla="*/ 2315547 h 6858001"/>
              <a:gd name="connsiteX14" fmla="*/ 6858004 w 6858004"/>
              <a:gd name="connsiteY14" fmla="*/ 4542454 h 6858001"/>
              <a:gd name="connsiteX15" fmla="*/ 4631097 w 6858004"/>
              <a:gd name="connsiteY15" fmla="*/ 4542454 h 6858001"/>
              <a:gd name="connsiteX16" fmla="*/ 2315549 w 6858004"/>
              <a:gd name="connsiteY16" fmla="*/ 2315547 h 6858001"/>
              <a:gd name="connsiteX17" fmla="*/ 4542456 w 6858004"/>
              <a:gd name="connsiteY17" fmla="*/ 2315547 h 6858001"/>
              <a:gd name="connsiteX18" fmla="*/ 4542456 w 6858004"/>
              <a:gd name="connsiteY18" fmla="*/ 4542454 h 6858001"/>
              <a:gd name="connsiteX19" fmla="*/ 2315549 w 6858004"/>
              <a:gd name="connsiteY19" fmla="*/ 4542454 h 6858001"/>
              <a:gd name="connsiteX20" fmla="*/ 2315549 w 6858004"/>
              <a:gd name="connsiteY20" fmla="*/ 1 h 6858001"/>
              <a:gd name="connsiteX21" fmla="*/ 4542456 w 6858004"/>
              <a:gd name="connsiteY21" fmla="*/ 1 h 6858001"/>
              <a:gd name="connsiteX22" fmla="*/ 4542456 w 6858004"/>
              <a:gd name="connsiteY22" fmla="*/ 2226907 h 6858001"/>
              <a:gd name="connsiteX23" fmla="*/ 2315549 w 6858004"/>
              <a:gd name="connsiteY23" fmla="*/ 2226907 h 6858001"/>
              <a:gd name="connsiteX24" fmla="*/ 0 w 6858004"/>
              <a:gd name="connsiteY24" fmla="*/ 1 h 6858001"/>
              <a:gd name="connsiteX25" fmla="*/ 2226907 w 6858004"/>
              <a:gd name="connsiteY25" fmla="*/ 1 h 6858001"/>
              <a:gd name="connsiteX26" fmla="*/ 2226907 w 6858004"/>
              <a:gd name="connsiteY26" fmla="*/ 2226907 h 6858001"/>
              <a:gd name="connsiteX27" fmla="*/ 0 w 6858004"/>
              <a:gd name="connsiteY27" fmla="*/ 2226907 h 6858001"/>
              <a:gd name="connsiteX28" fmla="*/ 4631097 w 6858004"/>
              <a:gd name="connsiteY28" fmla="*/ 0 h 6858001"/>
              <a:gd name="connsiteX29" fmla="*/ 6858004 w 6858004"/>
              <a:gd name="connsiteY29" fmla="*/ 0 h 6858001"/>
              <a:gd name="connsiteX30" fmla="*/ 6858004 w 6858004"/>
              <a:gd name="connsiteY30" fmla="*/ 2226907 h 6858001"/>
              <a:gd name="connsiteX31" fmla="*/ 4631097 w 6858004"/>
              <a:gd name="connsiteY31" fmla="*/ 22269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858004" h="6858001">
                <a:moveTo>
                  <a:pt x="4631097" y="4631094"/>
                </a:moveTo>
                <a:lnTo>
                  <a:pt x="6858004" y="4631094"/>
                </a:lnTo>
                <a:lnTo>
                  <a:pt x="6858004" y="6858001"/>
                </a:lnTo>
                <a:lnTo>
                  <a:pt x="4631097" y="6858001"/>
                </a:lnTo>
                <a:close/>
                <a:moveTo>
                  <a:pt x="2315549" y="4631094"/>
                </a:moveTo>
                <a:lnTo>
                  <a:pt x="4542456" y="4631094"/>
                </a:lnTo>
                <a:lnTo>
                  <a:pt x="4542456" y="6858001"/>
                </a:lnTo>
                <a:lnTo>
                  <a:pt x="2315549" y="6858001"/>
                </a:lnTo>
                <a:close/>
                <a:moveTo>
                  <a:pt x="0" y="4631094"/>
                </a:moveTo>
                <a:lnTo>
                  <a:pt x="2226907" y="4631094"/>
                </a:lnTo>
                <a:lnTo>
                  <a:pt x="2226907" y="6858001"/>
                </a:lnTo>
                <a:lnTo>
                  <a:pt x="0" y="6858001"/>
                </a:lnTo>
                <a:close/>
                <a:moveTo>
                  <a:pt x="4631097" y="2315547"/>
                </a:moveTo>
                <a:lnTo>
                  <a:pt x="6858004" y="2315547"/>
                </a:lnTo>
                <a:lnTo>
                  <a:pt x="6858004" y="4542454"/>
                </a:lnTo>
                <a:lnTo>
                  <a:pt x="4631097" y="4542454"/>
                </a:lnTo>
                <a:close/>
                <a:moveTo>
                  <a:pt x="2315549" y="2315547"/>
                </a:moveTo>
                <a:lnTo>
                  <a:pt x="4542456" y="2315547"/>
                </a:lnTo>
                <a:lnTo>
                  <a:pt x="4542456" y="4542454"/>
                </a:lnTo>
                <a:lnTo>
                  <a:pt x="2315549" y="4542454"/>
                </a:lnTo>
                <a:close/>
                <a:moveTo>
                  <a:pt x="2315549" y="1"/>
                </a:moveTo>
                <a:lnTo>
                  <a:pt x="4542456" y="1"/>
                </a:lnTo>
                <a:lnTo>
                  <a:pt x="4542456" y="2226907"/>
                </a:lnTo>
                <a:lnTo>
                  <a:pt x="2315549" y="2226907"/>
                </a:lnTo>
                <a:close/>
                <a:moveTo>
                  <a:pt x="0" y="1"/>
                </a:moveTo>
                <a:lnTo>
                  <a:pt x="2226907" y="1"/>
                </a:lnTo>
                <a:lnTo>
                  <a:pt x="2226907" y="2226907"/>
                </a:lnTo>
                <a:lnTo>
                  <a:pt x="0" y="2226907"/>
                </a:lnTo>
                <a:close/>
                <a:moveTo>
                  <a:pt x="4631097" y="0"/>
                </a:moveTo>
                <a:lnTo>
                  <a:pt x="6858004" y="0"/>
                </a:lnTo>
                <a:lnTo>
                  <a:pt x="6858004" y="2226907"/>
                </a:lnTo>
                <a:lnTo>
                  <a:pt x="4631097" y="2226907"/>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329686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229662-A031-49EE-93B2-4CE28C6DAC12}"/>
              </a:ext>
            </a:extLst>
          </p:cNvPr>
          <p:cNvSpPr/>
          <p:nvPr userDrawn="1"/>
        </p:nvSpPr>
        <p:spPr>
          <a:xfrm>
            <a:off x="1" y="3473320"/>
            <a:ext cx="2929806" cy="22269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32ECD9B-194F-427C-BC84-3CD8F8FE659D}"/>
              </a:ext>
            </a:extLst>
          </p:cNvPr>
          <p:cNvSpPr/>
          <p:nvPr userDrawn="1"/>
        </p:nvSpPr>
        <p:spPr>
          <a:xfrm>
            <a:off x="9965094" y="3473320"/>
            <a:ext cx="2226907" cy="2226907"/>
          </a:xfrm>
          <a:prstGeom prst="rect">
            <a:avLst/>
          </a:prstGeom>
          <a:solidFill>
            <a:srgbClr val="68F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4B129737-8A7D-464C-942B-2665763E0F36}"/>
              </a:ext>
            </a:extLst>
          </p:cNvPr>
          <p:cNvCxnSpPr>
            <a:cxnSpLocks/>
          </p:cNvCxnSpPr>
          <p:nvPr userDrawn="1"/>
        </p:nvCxnSpPr>
        <p:spPr>
          <a:xfrm>
            <a:off x="5333998" y="3473320"/>
            <a:ext cx="0" cy="22269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7331A49A-4201-49B9-B13D-6F66CE1F4ED0}"/>
              </a:ext>
            </a:extLst>
          </p:cNvPr>
          <p:cNvSpPr/>
          <p:nvPr userDrawn="1"/>
        </p:nvSpPr>
        <p:spPr>
          <a:xfrm>
            <a:off x="5333996" y="-1"/>
            <a:ext cx="2226907" cy="1115568"/>
          </a:xfrm>
          <a:prstGeom prst="rect">
            <a:avLst/>
          </a:prstGeom>
          <a:solidFill>
            <a:srgbClr val="68CB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FAF25ACB-1264-49CA-B14F-E63A7D2F751F}"/>
              </a:ext>
            </a:extLst>
          </p:cNvPr>
          <p:cNvCxnSpPr>
            <a:cxnSpLocks/>
          </p:cNvCxnSpPr>
          <p:nvPr userDrawn="1"/>
        </p:nvCxnSpPr>
        <p:spPr>
          <a:xfrm>
            <a:off x="7649546" y="3473320"/>
            <a:ext cx="0" cy="222690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Freeform: Shape 9">
            <a:extLst>
              <a:ext uri="{FF2B5EF4-FFF2-40B4-BE49-F238E27FC236}">
                <a16:creationId xmlns:a16="http://schemas.microsoft.com/office/drawing/2014/main" id="{5A261265-BFB8-4973-BAEC-A0A8CC5D59C8}"/>
              </a:ext>
            </a:extLst>
          </p:cNvPr>
          <p:cNvSpPr>
            <a:spLocks noGrp="1"/>
          </p:cNvSpPr>
          <p:nvPr>
            <p:ph type="pic" sz="quarter" idx="10"/>
          </p:nvPr>
        </p:nvSpPr>
        <p:spPr>
          <a:xfrm>
            <a:off x="7649546" y="1157774"/>
            <a:ext cx="4542455" cy="2226907"/>
          </a:xfrm>
          <a:custGeom>
            <a:avLst/>
            <a:gdLst>
              <a:gd name="connsiteX0" fmla="*/ 2315548 w 4542455"/>
              <a:gd name="connsiteY0" fmla="*/ 0 h 2226907"/>
              <a:gd name="connsiteX1" fmla="*/ 4542455 w 4542455"/>
              <a:gd name="connsiteY1" fmla="*/ 0 h 2226907"/>
              <a:gd name="connsiteX2" fmla="*/ 4542455 w 4542455"/>
              <a:gd name="connsiteY2" fmla="*/ 2226907 h 2226907"/>
              <a:gd name="connsiteX3" fmla="*/ 2315548 w 4542455"/>
              <a:gd name="connsiteY3" fmla="*/ 2226907 h 2226907"/>
              <a:gd name="connsiteX4" fmla="*/ 0 w 4542455"/>
              <a:gd name="connsiteY4" fmla="*/ 0 h 2226907"/>
              <a:gd name="connsiteX5" fmla="*/ 2226907 w 4542455"/>
              <a:gd name="connsiteY5" fmla="*/ 0 h 2226907"/>
              <a:gd name="connsiteX6" fmla="*/ 2226907 w 4542455"/>
              <a:gd name="connsiteY6" fmla="*/ 2226907 h 2226907"/>
              <a:gd name="connsiteX7" fmla="*/ 0 w 4542455"/>
              <a:gd name="connsiteY7" fmla="*/ 2226907 h 2226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42455" h="2226907">
                <a:moveTo>
                  <a:pt x="2315548" y="0"/>
                </a:moveTo>
                <a:lnTo>
                  <a:pt x="4542455" y="0"/>
                </a:lnTo>
                <a:lnTo>
                  <a:pt x="4542455" y="2226907"/>
                </a:lnTo>
                <a:lnTo>
                  <a:pt x="2315548" y="2226907"/>
                </a:lnTo>
                <a:close/>
                <a:moveTo>
                  <a:pt x="0" y="0"/>
                </a:moveTo>
                <a:lnTo>
                  <a:pt x="2226907" y="0"/>
                </a:lnTo>
                <a:lnTo>
                  <a:pt x="2226907" y="2226907"/>
                </a:lnTo>
                <a:lnTo>
                  <a:pt x="0" y="2226907"/>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3295368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0FC82B56-6637-4BBF-A8EC-20C247AE22DE}"/>
              </a:ext>
            </a:extLst>
          </p:cNvPr>
          <p:cNvSpPr>
            <a:spLocks noGrp="1"/>
          </p:cNvSpPr>
          <p:nvPr>
            <p:ph type="pic" sz="quarter" idx="10"/>
          </p:nvPr>
        </p:nvSpPr>
        <p:spPr>
          <a:xfrm>
            <a:off x="5333996" y="0"/>
            <a:ext cx="6858004" cy="6858001"/>
          </a:xfrm>
          <a:custGeom>
            <a:avLst/>
            <a:gdLst>
              <a:gd name="connsiteX0" fmla="*/ 4631097 w 6858004"/>
              <a:gd name="connsiteY0" fmla="*/ 4631094 h 6858001"/>
              <a:gd name="connsiteX1" fmla="*/ 6858004 w 6858004"/>
              <a:gd name="connsiteY1" fmla="*/ 4631094 h 6858001"/>
              <a:gd name="connsiteX2" fmla="*/ 6858004 w 6858004"/>
              <a:gd name="connsiteY2" fmla="*/ 6858001 h 6858001"/>
              <a:gd name="connsiteX3" fmla="*/ 4631097 w 6858004"/>
              <a:gd name="connsiteY3" fmla="*/ 6858001 h 6858001"/>
              <a:gd name="connsiteX4" fmla="*/ 2315549 w 6858004"/>
              <a:gd name="connsiteY4" fmla="*/ 4631094 h 6858001"/>
              <a:gd name="connsiteX5" fmla="*/ 4542456 w 6858004"/>
              <a:gd name="connsiteY5" fmla="*/ 4631094 h 6858001"/>
              <a:gd name="connsiteX6" fmla="*/ 4542456 w 6858004"/>
              <a:gd name="connsiteY6" fmla="*/ 6858001 h 6858001"/>
              <a:gd name="connsiteX7" fmla="*/ 2315549 w 6858004"/>
              <a:gd name="connsiteY7" fmla="*/ 6858001 h 6858001"/>
              <a:gd name="connsiteX8" fmla="*/ 0 w 6858004"/>
              <a:gd name="connsiteY8" fmla="*/ 4631094 h 6858001"/>
              <a:gd name="connsiteX9" fmla="*/ 2226908 w 6858004"/>
              <a:gd name="connsiteY9" fmla="*/ 4631094 h 6858001"/>
              <a:gd name="connsiteX10" fmla="*/ 2226908 w 6858004"/>
              <a:gd name="connsiteY10" fmla="*/ 6858001 h 6858001"/>
              <a:gd name="connsiteX11" fmla="*/ 0 w 6858004"/>
              <a:gd name="connsiteY11" fmla="*/ 6858001 h 6858001"/>
              <a:gd name="connsiteX12" fmla="*/ 4631097 w 6858004"/>
              <a:gd name="connsiteY12" fmla="*/ 2315547 h 6858001"/>
              <a:gd name="connsiteX13" fmla="*/ 6858004 w 6858004"/>
              <a:gd name="connsiteY13" fmla="*/ 2315547 h 6858001"/>
              <a:gd name="connsiteX14" fmla="*/ 6858004 w 6858004"/>
              <a:gd name="connsiteY14" fmla="*/ 4542455 h 6858001"/>
              <a:gd name="connsiteX15" fmla="*/ 4631097 w 6858004"/>
              <a:gd name="connsiteY15" fmla="*/ 4542455 h 6858001"/>
              <a:gd name="connsiteX16" fmla="*/ 2315549 w 6858004"/>
              <a:gd name="connsiteY16" fmla="*/ 2315547 h 6858001"/>
              <a:gd name="connsiteX17" fmla="*/ 4542456 w 6858004"/>
              <a:gd name="connsiteY17" fmla="*/ 2315547 h 6858001"/>
              <a:gd name="connsiteX18" fmla="*/ 4542456 w 6858004"/>
              <a:gd name="connsiteY18" fmla="*/ 4542455 h 6858001"/>
              <a:gd name="connsiteX19" fmla="*/ 2315549 w 6858004"/>
              <a:gd name="connsiteY19" fmla="*/ 4542455 h 6858001"/>
              <a:gd name="connsiteX20" fmla="*/ 4631097 w 6858004"/>
              <a:gd name="connsiteY20" fmla="*/ 0 h 6858001"/>
              <a:gd name="connsiteX21" fmla="*/ 6858004 w 6858004"/>
              <a:gd name="connsiteY21" fmla="*/ 0 h 6858001"/>
              <a:gd name="connsiteX22" fmla="*/ 6858004 w 6858004"/>
              <a:gd name="connsiteY22" fmla="*/ 2226907 h 6858001"/>
              <a:gd name="connsiteX23" fmla="*/ 4631097 w 6858004"/>
              <a:gd name="connsiteY23" fmla="*/ 22269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858004" h="6858001">
                <a:moveTo>
                  <a:pt x="4631097" y="4631094"/>
                </a:moveTo>
                <a:lnTo>
                  <a:pt x="6858004" y="4631094"/>
                </a:lnTo>
                <a:lnTo>
                  <a:pt x="6858004" y="6858001"/>
                </a:lnTo>
                <a:lnTo>
                  <a:pt x="4631097" y="6858001"/>
                </a:lnTo>
                <a:close/>
                <a:moveTo>
                  <a:pt x="2315549" y="4631094"/>
                </a:moveTo>
                <a:lnTo>
                  <a:pt x="4542456" y="4631094"/>
                </a:lnTo>
                <a:lnTo>
                  <a:pt x="4542456" y="6858001"/>
                </a:lnTo>
                <a:lnTo>
                  <a:pt x="2315549" y="6858001"/>
                </a:lnTo>
                <a:close/>
                <a:moveTo>
                  <a:pt x="0" y="4631094"/>
                </a:moveTo>
                <a:lnTo>
                  <a:pt x="2226908" y="4631094"/>
                </a:lnTo>
                <a:lnTo>
                  <a:pt x="2226908" y="6858001"/>
                </a:lnTo>
                <a:lnTo>
                  <a:pt x="0" y="6858001"/>
                </a:lnTo>
                <a:close/>
                <a:moveTo>
                  <a:pt x="4631097" y="2315547"/>
                </a:moveTo>
                <a:lnTo>
                  <a:pt x="6858004" y="2315547"/>
                </a:lnTo>
                <a:lnTo>
                  <a:pt x="6858004" y="4542455"/>
                </a:lnTo>
                <a:lnTo>
                  <a:pt x="4631097" y="4542455"/>
                </a:lnTo>
                <a:close/>
                <a:moveTo>
                  <a:pt x="2315549" y="2315547"/>
                </a:moveTo>
                <a:lnTo>
                  <a:pt x="4542456" y="2315547"/>
                </a:lnTo>
                <a:lnTo>
                  <a:pt x="4542456" y="4542455"/>
                </a:lnTo>
                <a:lnTo>
                  <a:pt x="2315549" y="4542455"/>
                </a:lnTo>
                <a:close/>
                <a:moveTo>
                  <a:pt x="4631097" y="0"/>
                </a:moveTo>
                <a:lnTo>
                  <a:pt x="6858004" y="0"/>
                </a:lnTo>
                <a:lnTo>
                  <a:pt x="6858004" y="2226907"/>
                </a:lnTo>
                <a:lnTo>
                  <a:pt x="4631097" y="2226907"/>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1632586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15AFF4-5E3D-410B-9CDD-F5FBE997E797}"/>
              </a:ext>
            </a:extLst>
          </p:cNvPr>
          <p:cNvSpPr/>
          <p:nvPr userDrawn="1"/>
        </p:nvSpPr>
        <p:spPr>
          <a:xfrm>
            <a:off x="2315548" y="2315547"/>
            <a:ext cx="2226907" cy="2226907"/>
          </a:xfrm>
          <a:prstGeom prst="rect">
            <a:avLst/>
          </a:prstGeom>
          <a:solidFill>
            <a:srgbClr val="68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BF18AAB-AEA8-446C-8023-A0C4F900A002}"/>
              </a:ext>
            </a:extLst>
          </p:cNvPr>
          <p:cNvSpPr/>
          <p:nvPr userDrawn="1"/>
        </p:nvSpPr>
        <p:spPr>
          <a:xfrm>
            <a:off x="2315548" y="4631094"/>
            <a:ext cx="2226907" cy="22269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64236D69-7E0F-4BEE-9296-82134CA28612}"/>
              </a:ext>
            </a:extLst>
          </p:cNvPr>
          <p:cNvSpPr>
            <a:spLocks noGrp="1"/>
          </p:cNvSpPr>
          <p:nvPr>
            <p:ph type="pic" sz="quarter" idx="10"/>
          </p:nvPr>
        </p:nvSpPr>
        <p:spPr>
          <a:xfrm>
            <a:off x="1" y="0"/>
            <a:ext cx="4542455" cy="6858001"/>
          </a:xfrm>
          <a:custGeom>
            <a:avLst/>
            <a:gdLst>
              <a:gd name="connsiteX0" fmla="*/ 0 w 4542455"/>
              <a:gd name="connsiteY0" fmla="*/ 4631095 h 6858001"/>
              <a:gd name="connsiteX1" fmla="*/ 2226907 w 4542455"/>
              <a:gd name="connsiteY1" fmla="*/ 4631095 h 6858001"/>
              <a:gd name="connsiteX2" fmla="*/ 2226907 w 4542455"/>
              <a:gd name="connsiteY2" fmla="*/ 6858001 h 6858001"/>
              <a:gd name="connsiteX3" fmla="*/ 0 w 4542455"/>
              <a:gd name="connsiteY3" fmla="*/ 6858001 h 6858001"/>
              <a:gd name="connsiteX4" fmla="*/ 0 w 4542455"/>
              <a:gd name="connsiteY4" fmla="*/ 2315548 h 6858001"/>
              <a:gd name="connsiteX5" fmla="*/ 2226907 w 4542455"/>
              <a:gd name="connsiteY5" fmla="*/ 2315548 h 6858001"/>
              <a:gd name="connsiteX6" fmla="*/ 2226907 w 4542455"/>
              <a:gd name="connsiteY6" fmla="*/ 4542455 h 6858001"/>
              <a:gd name="connsiteX7" fmla="*/ 0 w 4542455"/>
              <a:gd name="connsiteY7" fmla="*/ 4542455 h 6858001"/>
              <a:gd name="connsiteX8" fmla="*/ 2315548 w 4542455"/>
              <a:gd name="connsiteY8" fmla="*/ 1 h 6858001"/>
              <a:gd name="connsiteX9" fmla="*/ 4542455 w 4542455"/>
              <a:gd name="connsiteY9" fmla="*/ 1 h 6858001"/>
              <a:gd name="connsiteX10" fmla="*/ 4542455 w 4542455"/>
              <a:gd name="connsiteY10" fmla="*/ 2226908 h 6858001"/>
              <a:gd name="connsiteX11" fmla="*/ 2315548 w 4542455"/>
              <a:gd name="connsiteY11" fmla="*/ 2226908 h 6858001"/>
              <a:gd name="connsiteX12" fmla="*/ 0 w 4542455"/>
              <a:gd name="connsiteY12" fmla="*/ 0 h 6858001"/>
              <a:gd name="connsiteX13" fmla="*/ 2226907 w 4542455"/>
              <a:gd name="connsiteY13" fmla="*/ 0 h 6858001"/>
              <a:gd name="connsiteX14" fmla="*/ 2226907 w 4542455"/>
              <a:gd name="connsiteY14" fmla="*/ 2226907 h 6858001"/>
              <a:gd name="connsiteX15" fmla="*/ 0 w 4542455"/>
              <a:gd name="connsiteY15" fmla="*/ 22269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542455" h="6858001">
                <a:moveTo>
                  <a:pt x="0" y="4631095"/>
                </a:moveTo>
                <a:lnTo>
                  <a:pt x="2226907" y="4631095"/>
                </a:lnTo>
                <a:lnTo>
                  <a:pt x="2226907" y="6858001"/>
                </a:lnTo>
                <a:lnTo>
                  <a:pt x="0" y="6858001"/>
                </a:lnTo>
                <a:close/>
                <a:moveTo>
                  <a:pt x="0" y="2315548"/>
                </a:moveTo>
                <a:lnTo>
                  <a:pt x="2226907" y="2315548"/>
                </a:lnTo>
                <a:lnTo>
                  <a:pt x="2226907" y="4542455"/>
                </a:lnTo>
                <a:lnTo>
                  <a:pt x="0" y="4542455"/>
                </a:lnTo>
                <a:close/>
                <a:moveTo>
                  <a:pt x="2315548" y="1"/>
                </a:moveTo>
                <a:lnTo>
                  <a:pt x="4542455" y="1"/>
                </a:lnTo>
                <a:lnTo>
                  <a:pt x="4542455" y="2226908"/>
                </a:lnTo>
                <a:lnTo>
                  <a:pt x="2315548" y="2226908"/>
                </a:lnTo>
                <a:close/>
                <a:moveTo>
                  <a:pt x="0" y="0"/>
                </a:moveTo>
                <a:lnTo>
                  <a:pt x="2226907" y="0"/>
                </a:lnTo>
                <a:lnTo>
                  <a:pt x="2226907" y="2226907"/>
                </a:lnTo>
                <a:lnTo>
                  <a:pt x="0" y="2226907"/>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630046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4610997-9346-416D-9875-5CE72EB60457}"/>
              </a:ext>
            </a:extLst>
          </p:cNvPr>
          <p:cNvSpPr/>
          <p:nvPr userDrawn="1"/>
        </p:nvSpPr>
        <p:spPr>
          <a:xfrm>
            <a:off x="9966058" y="4631094"/>
            <a:ext cx="2226907" cy="1115568"/>
          </a:xfrm>
          <a:prstGeom prst="rect">
            <a:avLst/>
          </a:prstGeom>
          <a:solidFill>
            <a:srgbClr val="68F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0EFD3289-DCA3-452E-BA17-F90B32559313}"/>
              </a:ext>
            </a:extLst>
          </p:cNvPr>
          <p:cNvSpPr>
            <a:spLocks noGrp="1"/>
          </p:cNvSpPr>
          <p:nvPr>
            <p:ph type="pic" sz="quarter" idx="10"/>
          </p:nvPr>
        </p:nvSpPr>
        <p:spPr>
          <a:xfrm>
            <a:off x="7649546" y="-1"/>
            <a:ext cx="4542454" cy="6858000"/>
          </a:xfrm>
          <a:custGeom>
            <a:avLst/>
            <a:gdLst>
              <a:gd name="connsiteX0" fmla="*/ 0 w 4542454"/>
              <a:gd name="connsiteY0" fmla="*/ 2315547 h 6858000"/>
              <a:gd name="connsiteX1" fmla="*/ 2226907 w 4542454"/>
              <a:gd name="connsiteY1" fmla="*/ 2315547 h 6858000"/>
              <a:gd name="connsiteX2" fmla="*/ 2226907 w 4542454"/>
              <a:gd name="connsiteY2" fmla="*/ 6858000 h 6858000"/>
              <a:gd name="connsiteX3" fmla="*/ 0 w 4542454"/>
              <a:gd name="connsiteY3" fmla="*/ 6858000 h 6858000"/>
              <a:gd name="connsiteX4" fmla="*/ 2315548 w 4542454"/>
              <a:gd name="connsiteY4" fmla="*/ 1 h 6858000"/>
              <a:gd name="connsiteX5" fmla="*/ 4542454 w 4542454"/>
              <a:gd name="connsiteY5" fmla="*/ 1 h 6858000"/>
              <a:gd name="connsiteX6" fmla="*/ 4542454 w 4542454"/>
              <a:gd name="connsiteY6" fmla="*/ 4542454 h 6858000"/>
              <a:gd name="connsiteX7" fmla="*/ 2315548 w 4542454"/>
              <a:gd name="connsiteY7" fmla="*/ 4542454 h 6858000"/>
              <a:gd name="connsiteX8" fmla="*/ 0 w 4542454"/>
              <a:gd name="connsiteY8" fmla="*/ 0 h 6858000"/>
              <a:gd name="connsiteX9" fmla="*/ 2226907 w 4542454"/>
              <a:gd name="connsiteY9" fmla="*/ 0 h 6858000"/>
              <a:gd name="connsiteX10" fmla="*/ 2226907 w 4542454"/>
              <a:gd name="connsiteY10" fmla="*/ 2226907 h 6858000"/>
              <a:gd name="connsiteX11" fmla="*/ 0 w 4542454"/>
              <a:gd name="connsiteY11" fmla="*/ 222690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42454" h="6858000">
                <a:moveTo>
                  <a:pt x="0" y="2315547"/>
                </a:moveTo>
                <a:lnTo>
                  <a:pt x="2226907" y="2315547"/>
                </a:lnTo>
                <a:lnTo>
                  <a:pt x="2226907" y="6858000"/>
                </a:lnTo>
                <a:lnTo>
                  <a:pt x="0" y="6858000"/>
                </a:lnTo>
                <a:close/>
                <a:moveTo>
                  <a:pt x="2315548" y="1"/>
                </a:moveTo>
                <a:lnTo>
                  <a:pt x="4542454" y="1"/>
                </a:lnTo>
                <a:lnTo>
                  <a:pt x="4542454" y="4542454"/>
                </a:lnTo>
                <a:lnTo>
                  <a:pt x="2315548" y="4542454"/>
                </a:lnTo>
                <a:close/>
                <a:moveTo>
                  <a:pt x="0" y="0"/>
                </a:moveTo>
                <a:lnTo>
                  <a:pt x="2226907" y="0"/>
                </a:lnTo>
                <a:lnTo>
                  <a:pt x="2226907" y="2226907"/>
                </a:lnTo>
                <a:lnTo>
                  <a:pt x="0" y="2226907"/>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1120900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21930C3-7EA9-44E7-95CE-8289770FFE9A}"/>
              </a:ext>
            </a:extLst>
          </p:cNvPr>
          <p:cNvSpPr/>
          <p:nvPr userDrawn="1"/>
        </p:nvSpPr>
        <p:spPr>
          <a:xfrm>
            <a:off x="7649546" y="4631094"/>
            <a:ext cx="1115568" cy="2226907"/>
          </a:xfrm>
          <a:prstGeom prst="rect">
            <a:avLst/>
          </a:prstGeom>
          <a:solidFill>
            <a:srgbClr val="68CB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16C1B5FD-467C-4C43-912C-CB06F5CFC176}"/>
              </a:ext>
            </a:extLst>
          </p:cNvPr>
          <p:cNvSpPr>
            <a:spLocks noGrp="1"/>
          </p:cNvSpPr>
          <p:nvPr>
            <p:ph type="pic" sz="quarter" idx="10"/>
          </p:nvPr>
        </p:nvSpPr>
        <p:spPr>
          <a:xfrm>
            <a:off x="7649546" y="0"/>
            <a:ext cx="4542455" cy="4542454"/>
          </a:xfrm>
          <a:custGeom>
            <a:avLst/>
            <a:gdLst>
              <a:gd name="connsiteX0" fmla="*/ 0 w 4542455"/>
              <a:gd name="connsiteY0" fmla="*/ 0 h 4542454"/>
              <a:gd name="connsiteX1" fmla="*/ 4542455 w 4542455"/>
              <a:gd name="connsiteY1" fmla="*/ 0 h 4542454"/>
              <a:gd name="connsiteX2" fmla="*/ 4542455 w 4542455"/>
              <a:gd name="connsiteY2" fmla="*/ 4542454 h 4542454"/>
              <a:gd name="connsiteX3" fmla="*/ 0 w 4542455"/>
              <a:gd name="connsiteY3" fmla="*/ 4542454 h 4542454"/>
            </a:gdLst>
            <a:ahLst/>
            <a:cxnLst>
              <a:cxn ang="0">
                <a:pos x="connsiteX0" y="connsiteY0"/>
              </a:cxn>
              <a:cxn ang="0">
                <a:pos x="connsiteX1" y="connsiteY1"/>
              </a:cxn>
              <a:cxn ang="0">
                <a:pos x="connsiteX2" y="connsiteY2"/>
              </a:cxn>
              <a:cxn ang="0">
                <a:pos x="connsiteX3" y="connsiteY3"/>
              </a:cxn>
            </a:cxnLst>
            <a:rect l="l" t="t" r="r" b="b"/>
            <a:pathLst>
              <a:path w="4542455" h="4542454">
                <a:moveTo>
                  <a:pt x="0" y="0"/>
                </a:moveTo>
                <a:lnTo>
                  <a:pt x="4542455" y="0"/>
                </a:lnTo>
                <a:lnTo>
                  <a:pt x="4542455" y="4542454"/>
                </a:lnTo>
                <a:lnTo>
                  <a:pt x="0" y="4542454"/>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
        <p:nvSpPr>
          <p:cNvPr id="9" name="Freeform: Shape 8">
            <a:extLst>
              <a:ext uri="{FF2B5EF4-FFF2-40B4-BE49-F238E27FC236}">
                <a16:creationId xmlns:a16="http://schemas.microsoft.com/office/drawing/2014/main" id="{216D9C1A-7DE6-4994-BE72-3937DDF7020F}"/>
              </a:ext>
            </a:extLst>
          </p:cNvPr>
          <p:cNvSpPr>
            <a:spLocks noGrp="1"/>
          </p:cNvSpPr>
          <p:nvPr>
            <p:ph type="pic" sz="quarter" idx="11"/>
          </p:nvPr>
        </p:nvSpPr>
        <p:spPr>
          <a:xfrm>
            <a:off x="5333997" y="4631095"/>
            <a:ext cx="2226907" cy="2226907"/>
          </a:xfrm>
          <a:custGeom>
            <a:avLst/>
            <a:gdLst>
              <a:gd name="connsiteX0" fmla="*/ 0 w 2226907"/>
              <a:gd name="connsiteY0" fmla="*/ 0 h 2226907"/>
              <a:gd name="connsiteX1" fmla="*/ 2226907 w 2226907"/>
              <a:gd name="connsiteY1" fmla="*/ 0 h 2226907"/>
              <a:gd name="connsiteX2" fmla="*/ 2226907 w 2226907"/>
              <a:gd name="connsiteY2" fmla="*/ 2226907 h 2226907"/>
              <a:gd name="connsiteX3" fmla="*/ 0 w 2226907"/>
              <a:gd name="connsiteY3" fmla="*/ 2226907 h 2226907"/>
            </a:gdLst>
            <a:ahLst/>
            <a:cxnLst>
              <a:cxn ang="0">
                <a:pos x="connsiteX0" y="connsiteY0"/>
              </a:cxn>
              <a:cxn ang="0">
                <a:pos x="connsiteX1" y="connsiteY1"/>
              </a:cxn>
              <a:cxn ang="0">
                <a:pos x="connsiteX2" y="connsiteY2"/>
              </a:cxn>
              <a:cxn ang="0">
                <a:pos x="connsiteX3" y="connsiteY3"/>
              </a:cxn>
            </a:cxnLst>
            <a:rect l="l" t="t" r="r" b="b"/>
            <a:pathLst>
              <a:path w="2226907" h="2226907">
                <a:moveTo>
                  <a:pt x="0" y="0"/>
                </a:moveTo>
                <a:lnTo>
                  <a:pt x="2226907" y="0"/>
                </a:lnTo>
                <a:lnTo>
                  <a:pt x="2226907" y="2226907"/>
                </a:lnTo>
                <a:lnTo>
                  <a:pt x="0" y="2226907"/>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1826501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0A59B4A-9F23-464E-AE2D-015ED2795B82}"/>
              </a:ext>
            </a:extLst>
          </p:cNvPr>
          <p:cNvSpPr/>
          <p:nvPr userDrawn="1"/>
        </p:nvSpPr>
        <p:spPr>
          <a:xfrm>
            <a:off x="11076432" y="4631094"/>
            <a:ext cx="1115568" cy="2226907"/>
          </a:xfrm>
          <a:prstGeom prst="rect">
            <a:avLst/>
          </a:prstGeom>
          <a:solidFill>
            <a:srgbClr val="68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B9B25FDD-404C-46FE-BC29-123E2F9348B2}"/>
              </a:ext>
            </a:extLst>
          </p:cNvPr>
          <p:cNvSpPr>
            <a:spLocks noGrp="1"/>
          </p:cNvSpPr>
          <p:nvPr>
            <p:ph type="pic" sz="quarter" idx="10"/>
          </p:nvPr>
        </p:nvSpPr>
        <p:spPr>
          <a:xfrm>
            <a:off x="0" y="0"/>
            <a:ext cx="6858004" cy="4542454"/>
          </a:xfrm>
          <a:custGeom>
            <a:avLst/>
            <a:gdLst>
              <a:gd name="connsiteX0" fmla="*/ 0 w 4542455"/>
              <a:gd name="connsiteY0" fmla="*/ 0 h 4542454"/>
              <a:gd name="connsiteX1" fmla="*/ 4542455 w 4542455"/>
              <a:gd name="connsiteY1" fmla="*/ 0 h 4542454"/>
              <a:gd name="connsiteX2" fmla="*/ 4542455 w 4542455"/>
              <a:gd name="connsiteY2" fmla="*/ 4542454 h 4542454"/>
              <a:gd name="connsiteX3" fmla="*/ 0 w 4542455"/>
              <a:gd name="connsiteY3" fmla="*/ 4542454 h 4542454"/>
            </a:gdLst>
            <a:ahLst/>
            <a:cxnLst>
              <a:cxn ang="0">
                <a:pos x="connsiteX0" y="connsiteY0"/>
              </a:cxn>
              <a:cxn ang="0">
                <a:pos x="connsiteX1" y="connsiteY1"/>
              </a:cxn>
              <a:cxn ang="0">
                <a:pos x="connsiteX2" y="connsiteY2"/>
              </a:cxn>
              <a:cxn ang="0">
                <a:pos x="connsiteX3" y="connsiteY3"/>
              </a:cxn>
            </a:cxnLst>
            <a:rect l="l" t="t" r="r" b="b"/>
            <a:pathLst>
              <a:path w="4542455" h="4542454">
                <a:moveTo>
                  <a:pt x="0" y="0"/>
                </a:moveTo>
                <a:lnTo>
                  <a:pt x="4542455" y="0"/>
                </a:lnTo>
                <a:lnTo>
                  <a:pt x="4542455" y="4542454"/>
                </a:lnTo>
                <a:lnTo>
                  <a:pt x="0" y="4542454"/>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
        <p:nvSpPr>
          <p:cNvPr id="8" name="Freeform: Shape 7">
            <a:extLst>
              <a:ext uri="{FF2B5EF4-FFF2-40B4-BE49-F238E27FC236}">
                <a16:creationId xmlns:a16="http://schemas.microsoft.com/office/drawing/2014/main" id="{0F5873C0-4468-4E23-A237-830743BDAF3E}"/>
              </a:ext>
            </a:extLst>
          </p:cNvPr>
          <p:cNvSpPr>
            <a:spLocks noGrp="1"/>
          </p:cNvSpPr>
          <p:nvPr>
            <p:ph type="pic" sz="quarter" idx="11"/>
          </p:nvPr>
        </p:nvSpPr>
        <p:spPr>
          <a:xfrm>
            <a:off x="6946646" y="4631095"/>
            <a:ext cx="4029142" cy="2226907"/>
          </a:xfrm>
          <a:custGeom>
            <a:avLst/>
            <a:gdLst>
              <a:gd name="connsiteX0" fmla="*/ 0 w 2226907"/>
              <a:gd name="connsiteY0" fmla="*/ 0 h 2226907"/>
              <a:gd name="connsiteX1" fmla="*/ 2226907 w 2226907"/>
              <a:gd name="connsiteY1" fmla="*/ 0 h 2226907"/>
              <a:gd name="connsiteX2" fmla="*/ 2226907 w 2226907"/>
              <a:gd name="connsiteY2" fmla="*/ 2226907 h 2226907"/>
              <a:gd name="connsiteX3" fmla="*/ 0 w 2226907"/>
              <a:gd name="connsiteY3" fmla="*/ 2226907 h 2226907"/>
            </a:gdLst>
            <a:ahLst/>
            <a:cxnLst>
              <a:cxn ang="0">
                <a:pos x="connsiteX0" y="connsiteY0"/>
              </a:cxn>
              <a:cxn ang="0">
                <a:pos x="connsiteX1" y="connsiteY1"/>
              </a:cxn>
              <a:cxn ang="0">
                <a:pos x="connsiteX2" y="connsiteY2"/>
              </a:cxn>
              <a:cxn ang="0">
                <a:pos x="connsiteX3" y="connsiteY3"/>
              </a:cxn>
            </a:cxnLst>
            <a:rect l="l" t="t" r="r" b="b"/>
            <a:pathLst>
              <a:path w="2226907" h="2226907">
                <a:moveTo>
                  <a:pt x="0" y="0"/>
                </a:moveTo>
                <a:lnTo>
                  <a:pt x="2226907" y="0"/>
                </a:lnTo>
                <a:lnTo>
                  <a:pt x="2226907" y="2226907"/>
                </a:lnTo>
                <a:lnTo>
                  <a:pt x="0" y="2226907"/>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3001546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0A757E73-7F8D-4BB1-8B8F-32F15F5981F1}"/>
              </a:ext>
            </a:extLst>
          </p:cNvPr>
          <p:cNvSpPr>
            <a:spLocks noGrp="1"/>
          </p:cNvSpPr>
          <p:nvPr>
            <p:ph type="pic" sz="quarter" idx="10"/>
          </p:nvPr>
        </p:nvSpPr>
        <p:spPr>
          <a:xfrm>
            <a:off x="7649547" y="1"/>
            <a:ext cx="4542455" cy="6858001"/>
          </a:xfrm>
          <a:custGeom>
            <a:avLst/>
            <a:gdLst>
              <a:gd name="connsiteX0" fmla="*/ 2315548 w 4542455"/>
              <a:gd name="connsiteY0" fmla="*/ 4631094 h 6858001"/>
              <a:gd name="connsiteX1" fmla="*/ 4542455 w 4542455"/>
              <a:gd name="connsiteY1" fmla="*/ 4631094 h 6858001"/>
              <a:gd name="connsiteX2" fmla="*/ 4542455 w 4542455"/>
              <a:gd name="connsiteY2" fmla="*/ 6858001 h 6858001"/>
              <a:gd name="connsiteX3" fmla="*/ 2315548 w 4542455"/>
              <a:gd name="connsiteY3" fmla="*/ 6858001 h 6858001"/>
              <a:gd name="connsiteX4" fmla="*/ 2315548 w 4542455"/>
              <a:gd name="connsiteY4" fmla="*/ 2315547 h 6858001"/>
              <a:gd name="connsiteX5" fmla="*/ 4542455 w 4542455"/>
              <a:gd name="connsiteY5" fmla="*/ 2315547 h 6858001"/>
              <a:gd name="connsiteX6" fmla="*/ 4542455 w 4542455"/>
              <a:gd name="connsiteY6" fmla="*/ 4542454 h 6858001"/>
              <a:gd name="connsiteX7" fmla="*/ 2315548 w 4542455"/>
              <a:gd name="connsiteY7" fmla="*/ 4542454 h 6858001"/>
              <a:gd name="connsiteX8" fmla="*/ 0 w 4542455"/>
              <a:gd name="connsiteY8" fmla="*/ 2315547 h 6858001"/>
              <a:gd name="connsiteX9" fmla="*/ 2226907 w 4542455"/>
              <a:gd name="connsiteY9" fmla="*/ 2315547 h 6858001"/>
              <a:gd name="connsiteX10" fmla="*/ 2226907 w 4542455"/>
              <a:gd name="connsiteY10" fmla="*/ 4542454 h 6858001"/>
              <a:gd name="connsiteX11" fmla="*/ 0 w 4542455"/>
              <a:gd name="connsiteY11" fmla="*/ 4542454 h 6858001"/>
              <a:gd name="connsiteX12" fmla="*/ 2315548 w 4542455"/>
              <a:gd name="connsiteY12" fmla="*/ 0 h 6858001"/>
              <a:gd name="connsiteX13" fmla="*/ 4542455 w 4542455"/>
              <a:gd name="connsiteY13" fmla="*/ 0 h 6858001"/>
              <a:gd name="connsiteX14" fmla="*/ 4542455 w 4542455"/>
              <a:gd name="connsiteY14" fmla="*/ 2226907 h 6858001"/>
              <a:gd name="connsiteX15" fmla="*/ 2315548 w 4542455"/>
              <a:gd name="connsiteY15" fmla="*/ 22269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542455" h="6858001">
                <a:moveTo>
                  <a:pt x="2315548" y="4631094"/>
                </a:moveTo>
                <a:lnTo>
                  <a:pt x="4542455" y="4631094"/>
                </a:lnTo>
                <a:lnTo>
                  <a:pt x="4542455" y="6858001"/>
                </a:lnTo>
                <a:lnTo>
                  <a:pt x="2315548" y="6858001"/>
                </a:lnTo>
                <a:close/>
                <a:moveTo>
                  <a:pt x="2315548" y="2315547"/>
                </a:moveTo>
                <a:lnTo>
                  <a:pt x="4542455" y="2315547"/>
                </a:lnTo>
                <a:lnTo>
                  <a:pt x="4542455" y="4542454"/>
                </a:lnTo>
                <a:lnTo>
                  <a:pt x="2315548" y="4542454"/>
                </a:lnTo>
                <a:close/>
                <a:moveTo>
                  <a:pt x="0" y="2315547"/>
                </a:moveTo>
                <a:lnTo>
                  <a:pt x="2226907" y="2315547"/>
                </a:lnTo>
                <a:lnTo>
                  <a:pt x="2226907" y="4542454"/>
                </a:lnTo>
                <a:lnTo>
                  <a:pt x="0" y="4542454"/>
                </a:lnTo>
                <a:close/>
                <a:moveTo>
                  <a:pt x="2315548" y="0"/>
                </a:moveTo>
                <a:lnTo>
                  <a:pt x="4542455" y="0"/>
                </a:lnTo>
                <a:lnTo>
                  <a:pt x="4542455" y="2226907"/>
                </a:lnTo>
                <a:lnTo>
                  <a:pt x="2315548" y="2226907"/>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2455669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82549743-1326-4AAB-9C2F-26AAEAB537AD}"/>
              </a:ext>
            </a:extLst>
          </p:cNvPr>
          <p:cNvSpPr>
            <a:spLocks noGrp="1"/>
          </p:cNvSpPr>
          <p:nvPr>
            <p:ph type="pic" sz="quarter" idx="10"/>
          </p:nvPr>
        </p:nvSpPr>
        <p:spPr>
          <a:xfrm>
            <a:off x="2" y="2315546"/>
            <a:ext cx="12191998" cy="4542454"/>
          </a:xfrm>
          <a:custGeom>
            <a:avLst/>
            <a:gdLst>
              <a:gd name="connsiteX0" fmla="*/ 7649544 w 12191998"/>
              <a:gd name="connsiteY0" fmla="*/ 2315547 h 4542454"/>
              <a:gd name="connsiteX1" fmla="*/ 9876451 w 12191998"/>
              <a:gd name="connsiteY1" fmla="*/ 2315547 h 4542454"/>
              <a:gd name="connsiteX2" fmla="*/ 9876451 w 12191998"/>
              <a:gd name="connsiteY2" fmla="*/ 4542454 h 4542454"/>
              <a:gd name="connsiteX3" fmla="*/ 7649544 w 12191998"/>
              <a:gd name="connsiteY3" fmla="*/ 4542454 h 4542454"/>
              <a:gd name="connsiteX4" fmla="*/ 5333996 w 12191998"/>
              <a:gd name="connsiteY4" fmla="*/ 2315547 h 4542454"/>
              <a:gd name="connsiteX5" fmla="*/ 7560902 w 12191998"/>
              <a:gd name="connsiteY5" fmla="*/ 2315547 h 4542454"/>
              <a:gd name="connsiteX6" fmla="*/ 7560902 w 12191998"/>
              <a:gd name="connsiteY6" fmla="*/ 4542454 h 4542454"/>
              <a:gd name="connsiteX7" fmla="*/ 5333996 w 12191998"/>
              <a:gd name="connsiteY7" fmla="*/ 4542454 h 4542454"/>
              <a:gd name="connsiteX8" fmla="*/ 3018447 w 12191998"/>
              <a:gd name="connsiteY8" fmla="*/ 2315547 h 4542454"/>
              <a:gd name="connsiteX9" fmla="*/ 5245354 w 12191998"/>
              <a:gd name="connsiteY9" fmla="*/ 2315547 h 4542454"/>
              <a:gd name="connsiteX10" fmla="*/ 5245354 w 12191998"/>
              <a:gd name="connsiteY10" fmla="*/ 4542454 h 4542454"/>
              <a:gd name="connsiteX11" fmla="*/ 3018447 w 12191998"/>
              <a:gd name="connsiteY11" fmla="*/ 4542454 h 4542454"/>
              <a:gd name="connsiteX12" fmla="*/ 0 w 12191998"/>
              <a:gd name="connsiteY12" fmla="*/ 2315547 h 4542454"/>
              <a:gd name="connsiteX13" fmla="*/ 2929806 w 12191998"/>
              <a:gd name="connsiteY13" fmla="*/ 2315547 h 4542454"/>
              <a:gd name="connsiteX14" fmla="*/ 2929806 w 12191998"/>
              <a:gd name="connsiteY14" fmla="*/ 4542454 h 4542454"/>
              <a:gd name="connsiteX15" fmla="*/ 0 w 12191998"/>
              <a:gd name="connsiteY15" fmla="*/ 4542454 h 4542454"/>
              <a:gd name="connsiteX16" fmla="*/ 9965092 w 12191998"/>
              <a:gd name="connsiteY16" fmla="*/ 0 h 4542454"/>
              <a:gd name="connsiteX17" fmla="*/ 12191998 w 12191998"/>
              <a:gd name="connsiteY17" fmla="*/ 0 h 4542454"/>
              <a:gd name="connsiteX18" fmla="*/ 12191998 w 12191998"/>
              <a:gd name="connsiteY18" fmla="*/ 2226907 h 4542454"/>
              <a:gd name="connsiteX19" fmla="*/ 9965092 w 12191998"/>
              <a:gd name="connsiteY19" fmla="*/ 2226907 h 4542454"/>
              <a:gd name="connsiteX20" fmla="*/ 7649544 w 12191998"/>
              <a:gd name="connsiteY20" fmla="*/ 0 h 4542454"/>
              <a:gd name="connsiteX21" fmla="*/ 9876451 w 12191998"/>
              <a:gd name="connsiteY21" fmla="*/ 0 h 4542454"/>
              <a:gd name="connsiteX22" fmla="*/ 9876451 w 12191998"/>
              <a:gd name="connsiteY22" fmla="*/ 2226907 h 4542454"/>
              <a:gd name="connsiteX23" fmla="*/ 7649544 w 12191998"/>
              <a:gd name="connsiteY23" fmla="*/ 2226907 h 4542454"/>
              <a:gd name="connsiteX24" fmla="*/ 5333996 w 12191998"/>
              <a:gd name="connsiteY24" fmla="*/ 0 h 4542454"/>
              <a:gd name="connsiteX25" fmla="*/ 7560902 w 12191998"/>
              <a:gd name="connsiteY25" fmla="*/ 0 h 4542454"/>
              <a:gd name="connsiteX26" fmla="*/ 7560902 w 12191998"/>
              <a:gd name="connsiteY26" fmla="*/ 2226907 h 4542454"/>
              <a:gd name="connsiteX27" fmla="*/ 5333996 w 12191998"/>
              <a:gd name="connsiteY27" fmla="*/ 2226907 h 4542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1998" h="4542454">
                <a:moveTo>
                  <a:pt x="7649544" y="2315547"/>
                </a:moveTo>
                <a:lnTo>
                  <a:pt x="9876451" y="2315547"/>
                </a:lnTo>
                <a:lnTo>
                  <a:pt x="9876451" y="4542454"/>
                </a:lnTo>
                <a:lnTo>
                  <a:pt x="7649544" y="4542454"/>
                </a:lnTo>
                <a:close/>
                <a:moveTo>
                  <a:pt x="5333996" y="2315547"/>
                </a:moveTo>
                <a:lnTo>
                  <a:pt x="7560902" y="2315547"/>
                </a:lnTo>
                <a:lnTo>
                  <a:pt x="7560902" y="4542454"/>
                </a:lnTo>
                <a:lnTo>
                  <a:pt x="5333996" y="4542454"/>
                </a:lnTo>
                <a:close/>
                <a:moveTo>
                  <a:pt x="3018447" y="2315547"/>
                </a:moveTo>
                <a:lnTo>
                  <a:pt x="5245354" y="2315547"/>
                </a:lnTo>
                <a:lnTo>
                  <a:pt x="5245354" y="4542454"/>
                </a:lnTo>
                <a:lnTo>
                  <a:pt x="3018447" y="4542454"/>
                </a:lnTo>
                <a:close/>
                <a:moveTo>
                  <a:pt x="0" y="2315547"/>
                </a:moveTo>
                <a:lnTo>
                  <a:pt x="2929806" y="2315547"/>
                </a:lnTo>
                <a:lnTo>
                  <a:pt x="2929806" y="4542454"/>
                </a:lnTo>
                <a:lnTo>
                  <a:pt x="0" y="4542454"/>
                </a:lnTo>
                <a:close/>
                <a:moveTo>
                  <a:pt x="9965092" y="0"/>
                </a:moveTo>
                <a:lnTo>
                  <a:pt x="12191998" y="0"/>
                </a:lnTo>
                <a:lnTo>
                  <a:pt x="12191998" y="2226907"/>
                </a:lnTo>
                <a:lnTo>
                  <a:pt x="9965092" y="2226907"/>
                </a:lnTo>
                <a:close/>
                <a:moveTo>
                  <a:pt x="7649544" y="0"/>
                </a:moveTo>
                <a:lnTo>
                  <a:pt x="9876451" y="0"/>
                </a:lnTo>
                <a:lnTo>
                  <a:pt x="9876451" y="2226907"/>
                </a:lnTo>
                <a:lnTo>
                  <a:pt x="7649544" y="2226907"/>
                </a:lnTo>
                <a:close/>
                <a:moveTo>
                  <a:pt x="5333996" y="0"/>
                </a:moveTo>
                <a:lnTo>
                  <a:pt x="7560902" y="0"/>
                </a:lnTo>
                <a:lnTo>
                  <a:pt x="7560902" y="2226907"/>
                </a:lnTo>
                <a:lnTo>
                  <a:pt x="5333996" y="2226907"/>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
        <p:nvSpPr>
          <p:cNvPr id="3" name="Rectangle 2">
            <a:extLst>
              <a:ext uri="{FF2B5EF4-FFF2-40B4-BE49-F238E27FC236}">
                <a16:creationId xmlns:a16="http://schemas.microsoft.com/office/drawing/2014/main" id="{17BA26BC-2352-4EF6-98C5-111710131BE4}"/>
              </a:ext>
            </a:extLst>
          </p:cNvPr>
          <p:cNvSpPr/>
          <p:nvPr userDrawn="1"/>
        </p:nvSpPr>
        <p:spPr>
          <a:xfrm>
            <a:off x="9965094" y="4631094"/>
            <a:ext cx="1115568" cy="2226907"/>
          </a:xfrm>
          <a:prstGeom prst="rect">
            <a:avLst/>
          </a:prstGeom>
          <a:solidFill>
            <a:srgbClr val="68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4818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16E313-E1B0-4609-B789-939533DD935C}"/>
              </a:ext>
            </a:extLst>
          </p:cNvPr>
          <p:cNvSpPr/>
          <p:nvPr userDrawn="1"/>
        </p:nvSpPr>
        <p:spPr>
          <a:xfrm>
            <a:off x="7649546" y="2315547"/>
            <a:ext cx="2226907" cy="22269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9CA985E-84EF-4BD3-B014-EAD3590A0939}"/>
              </a:ext>
            </a:extLst>
          </p:cNvPr>
          <p:cNvSpPr/>
          <p:nvPr userDrawn="1"/>
        </p:nvSpPr>
        <p:spPr>
          <a:xfrm>
            <a:off x="5333997" y="2315547"/>
            <a:ext cx="2226907" cy="2226907"/>
          </a:xfrm>
          <a:prstGeom prst="rect">
            <a:avLst/>
          </a:prstGeom>
          <a:solidFill>
            <a:srgbClr val="68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CBFE98C4-303F-4A45-85FB-053F436D3C28}"/>
              </a:ext>
            </a:extLst>
          </p:cNvPr>
          <p:cNvSpPr>
            <a:spLocks noGrp="1"/>
          </p:cNvSpPr>
          <p:nvPr>
            <p:ph type="pic" sz="quarter" idx="10"/>
          </p:nvPr>
        </p:nvSpPr>
        <p:spPr>
          <a:xfrm>
            <a:off x="7649546" y="1"/>
            <a:ext cx="4542454" cy="2226907"/>
          </a:xfrm>
          <a:custGeom>
            <a:avLst/>
            <a:gdLst>
              <a:gd name="connsiteX0" fmla="*/ 0 w 4542454"/>
              <a:gd name="connsiteY0" fmla="*/ 0 h 2226907"/>
              <a:gd name="connsiteX1" fmla="*/ 4542454 w 4542454"/>
              <a:gd name="connsiteY1" fmla="*/ 0 h 2226907"/>
              <a:gd name="connsiteX2" fmla="*/ 4542454 w 4542454"/>
              <a:gd name="connsiteY2" fmla="*/ 2226907 h 2226907"/>
              <a:gd name="connsiteX3" fmla="*/ 0 w 4542454"/>
              <a:gd name="connsiteY3" fmla="*/ 2226907 h 2226907"/>
            </a:gdLst>
            <a:ahLst/>
            <a:cxnLst>
              <a:cxn ang="0">
                <a:pos x="connsiteX0" y="connsiteY0"/>
              </a:cxn>
              <a:cxn ang="0">
                <a:pos x="connsiteX1" y="connsiteY1"/>
              </a:cxn>
              <a:cxn ang="0">
                <a:pos x="connsiteX2" y="connsiteY2"/>
              </a:cxn>
              <a:cxn ang="0">
                <a:pos x="connsiteX3" y="connsiteY3"/>
              </a:cxn>
            </a:cxnLst>
            <a:rect l="l" t="t" r="r" b="b"/>
            <a:pathLst>
              <a:path w="4542454" h="2226907">
                <a:moveTo>
                  <a:pt x="0" y="0"/>
                </a:moveTo>
                <a:lnTo>
                  <a:pt x="4542454" y="0"/>
                </a:lnTo>
                <a:lnTo>
                  <a:pt x="4542454" y="2226907"/>
                </a:lnTo>
                <a:lnTo>
                  <a:pt x="0" y="2226907"/>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
        <p:nvSpPr>
          <p:cNvPr id="9" name="Freeform: Shape 8">
            <a:extLst>
              <a:ext uri="{FF2B5EF4-FFF2-40B4-BE49-F238E27FC236}">
                <a16:creationId xmlns:a16="http://schemas.microsoft.com/office/drawing/2014/main" id="{8644E95F-EA70-4EC4-B93D-9E026158FB24}"/>
              </a:ext>
            </a:extLst>
          </p:cNvPr>
          <p:cNvSpPr>
            <a:spLocks noGrp="1"/>
          </p:cNvSpPr>
          <p:nvPr>
            <p:ph type="pic" sz="quarter" idx="11"/>
          </p:nvPr>
        </p:nvSpPr>
        <p:spPr>
          <a:xfrm>
            <a:off x="3018448" y="4631094"/>
            <a:ext cx="4542454" cy="2226907"/>
          </a:xfrm>
          <a:custGeom>
            <a:avLst/>
            <a:gdLst>
              <a:gd name="connsiteX0" fmla="*/ 0 w 4542454"/>
              <a:gd name="connsiteY0" fmla="*/ 0 h 2226907"/>
              <a:gd name="connsiteX1" fmla="*/ 4542454 w 4542454"/>
              <a:gd name="connsiteY1" fmla="*/ 0 h 2226907"/>
              <a:gd name="connsiteX2" fmla="*/ 4542454 w 4542454"/>
              <a:gd name="connsiteY2" fmla="*/ 2226907 h 2226907"/>
              <a:gd name="connsiteX3" fmla="*/ 0 w 4542454"/>
              <a:gd name="connsiteY3" fmla="*/ 2226907 h 2226907"/>
            </a:gdLst>
            <a:ahLst/>
            <a:cxnLst>
              <a:cxn ang="0">
                <a:pos x="connsiteX0" y="connsiteY0"/>
              </a:cxn>
              <a:cxn ang="0">
                <a:pos x="connsiteX1" y="connsiteY1"/>
              </a:cxn>
              <a:cxn ang="0">
                <a:pos x="connsiteX2" y="connsiteY2"/>
              </a:cxn>
              <a:cxn ang="0">
                <a:pos x="connsiteX3" y="connsiteY3"/>
              </a:cxn>
            </a:cxnLst>
            <a:rect l="l" t="t" r="r" b="b"/>
            <a:pathLst>
              <a:path w="4542454" h="2226907">
                <a:moveTo>
                  <a:pt x="0" y="0"/>
                </a:moveTo>
                <a:lnTo>
                  <a:pt x="4542454" y="0"/>
                </a:lnTo>
                <a:lnTo>
                  <a:pt x="4542454" y="2226907"/>
                </a:lnTo>
                <a:lnTo>
                  <a:pt x="0" y="2226907"/>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379966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94C8209-03FB-4C59-ABF0-3E8F38896850}"/>
              </a:ext>
            </a:extLst>
          </p:cNvPr>
          <p:cNvSpPr/>
          <p:nvPr userDrawn="1"/>
        </p:nvSpPr>
        <p:spPr>
          <a:xfrm>
            <a:off x="5229122" y="-1"/>
            <a:ext cx="1115568" cy="2226907"/>
          </a:xfrm>
          <a:prstGeom prst="rect">
            <a:avLst/>
          </a:prstGeom>
          <a:solidFill>
            <a:srgbClr val="68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40472312-15CA-4B08-A6F3-395E5A71E0FD}"/>
              </a:ext>
            </a:extLst>
          </p:cNvPr>
          <p:cNvSpPr>
            <a:spLocks noGrp="1"/>
          </p:cNvSpPr>
          <p:nvPr>
            <p:ph type="pic" sz="quarter" idx="10"/>
          </p:nvPr>
        </p:nvSpPr>
        <p:spPr>
          <a:xfrm>
            <a:off x="6445334" y="0"/>
            <a:ext cx="4542456" cy="6858001"/>
          </a:xfrm>
          <a:custGeom>
            <a:avLst/>
            <a:gdLst>
              <a:gd name="connsiteX0" fmla="*/ 2315549 w 4542456"/>
              <a:gd name="connsiteY0" fmla="*/ 4631094 h 6858001"/>
              <a:gd name="connsiteX1" fmla="*/ 4542456 w 4542456"/>
              <a:gd name="connsiteY1" fmla="*/ 4631094 h 6858001"/>
              <a:gd name="connsiteX2" fmla="*/ 4542456 w 4542456"/>
              <a:gd name="connsiteY2" fmla="*/ 6858001 h 6858001"/>
              <a:gd name="connsiteX3" fmla="*/ 2315549 w 4542456"/>
              <a:gd name="connsiteY3" fmla="*/ 6858001 h 6858001"/>
              <a:gd name="connsiteX4" fmla="*/ 0 w 4542456"/>
              <a:gd name="connsiteY4" fmla="*/ 3512559 h 6858001"/>
              <a:gd name="connsiteX5" fmla="*/ 2226907 w 4542456"/>
              <a:gd name="connsiteY5" fmla="*/ 3512559 h 6858001"/>
              <a:gd name="connsiteX6" fmla="*/ 2226907 w 4542456"/>
              <a:gd name="connsiteY6" fmla="*/ 5739466 h 6858001"/>
              <a:gd name="connsiteX7" fmla="*/ 0 w 4542456"/>
              <a:gd name="connsiteY7" fmla="*/ 5739466 h 6858001"/>
              <a:gd name="connsiteX8" fmla="*/ 2315549 w 4542456"/>
              <a:gd name="connsiteY8" fmla="*/ 2315547 h 6858001"/>
              <a:gd name="connsiteX9" fmla="*/ 4542456 w 4542456"/>
              <a:gd name="connsiteY9" fmla="*/ 2315547 h 6858001"/>
              <a:gd name="connsiteX10" fmla="*/ 4542456 w 4542456"/>
              <a:gd name="connsiteY10" fmla="*/ 4542454 h 6858001"/>
              <a:gd name="connsiteX11" fmla="*/ 2315549 w 4542456"/>
              <a:gd name="connsiteY11" fmla="*/ 4542454 h 6858001"/>
              <a:gd name="connsiteX12" fmla="*/ 0 w 4542456"/>
              <a:gd name="connsiteY12" fmla="*/ 1197012 h 6858001"/>
              <a:gd name="connsiteX13" fmla="*/ 2226907 w 4542456"/>
              <a:gd name="connsiteY13" fmla="*/ 1197012 h 6858001"/>
              <a:gd name="connsiteX14" fmla="*/ 2226907 w 4542456"/>
              <a:gd name="connsiteY14" fmla="*/ 3423919 h 6858001"/>
              <a:gd name="connsiteX15" fmla="*/ 0 w 4542456"/>
              <a:gd name="connsiteY15" fmla="*/ 3423919 h 6858001"/>
              <a:gd name="connsiteX16" fmla="*/ 0 w 4542456"/>
              <a:gd name="connsiteY16" fmla="*/ 0 h 6858001"/>
              <a:gd name="connsiteX17" fmla="*/ 2226907 w 4542456"/>
              <a:gd name="connsiteY17" fmla="*/ 0 h 6858001"/>
              <a:gd name="connsiteX18" fmla="*/ 2226907 w 4542456"/>
              <a:gd name="connsiteY18" fmla="*/ 1113453 h 6858001"/>
              <a:gd name="connsiteX19" fmla="*/ 0 w 4542456"/>
              <a:gd name="connsiteY19" fmla="*/ 111345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542456" h="6858001">
                <a:moveTo>
                  <a:pt x="2315549" y="4631094"/>
                </a:moveTo>
                <a:lnTo>
                  <a:pt x="4542456" y="4631094"/>
                </a:lnTo>
                <a:lnTo>
                  <a:pt x="4542456" y="6858001"/>
                </a:lnTo>
                <a:lnTo>
                  <a:pt x="2315549" y="6858001"/>
                </a:lnTo>
                <a:close/>
                <a:moveTo>
                  <a:pt x="0" y="3512559"/>
                </a:moveTo>
                <a:lnTo>
                  <a:pt x="2226907" y="3512559"/>
                </a:lnTo>
                <a:lnTo>
                  <a:pt x="2226907" y="5739466"/>
                </a:lnTo>
                <a:lnTo>
                  <a:pt x="0" y="5739466"/>
                </a:lnTo>
                <a:close/>
                <a:moveTo>
                  <a:pt x="2315549" y="2315547"/>
                </a:moveTo>
                <a:lnTo>
                  <a:pt x="4542456" y="2315547"/>
                </a:lnTo>
                <a:lnTo>
                  <a:pt x="4542456" y="4542454"/>
                </a:lnTo>
                <a:lnTo>
                  <a:pt x="2315549" y="4542454"/>
                </a:lnTo>
                <a:close/>
                <a:moveTo>
                  <a:pt x="0" y="1197012"/>
                </a:moveTo>
                <a:lnTo>
                  <a:pt x="2226907" y="1197012"/>
                </a:lnTo>
                <a:lnTo>
                  <a:pt x="2226907" y="3423919"/>
                </a:lnTo>
                <a:lnTo>
                  <a:pt x="0" y="3423919"/>
                </a:lnTo>
                <a:close/>
                <a:moveTo>
                  <a:pt x="0" y="0"/>
                </a:moveTo>
                <a:lnTo>
                  <a:pt x="2226907" y="0"/>
                </a:lnTo>
                <a:lnTo>
                  <a:pt x="2226907" y="1113453"/>
                </a:lnTo>
                <a:lnTo>
                  <a:pt x="0" y="1113453"/>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7380534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7AB350-777F-4664-A037-0B029E712CDB}"/>
              </a:ext>
            </a:extLst>
          </p:cNvPr>
          <p:cNvSpPr/>
          <p:nvPr userDrawn="1"/>
        </p:nvSpPr>
        <p:spPr>
          <a:xfrm>
            <a:off x="9965095" y="0"/>
            <a:ext cx="2226907" cy="1115568"/>
          </a:xfrm>
          <a:prstGeom prst="rect">
            <a:avLst/>
          </a:prstGeom>
          <a:solidFill>
            <a:srgbClr val="68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3FB04E01-E361-4854-A626-05BC58BDB4F0}"/>
              </a:ext>
            </a:extLst>
          </p:cNvPr>
          <p:cNvSpPr>
            <a:spLocks noGrp="1"/>
          </p:cNvSpPr>
          <p:nvPr>
            <p:ph type="pic" sz="quarter" idx="10"/>
          </p:nvPr>
        </p:nvSpPr>
        <p:spPr>
          <a:xfrm>
            <a:off x="7649545" y="1202094"/>
            <a:ext cx="4542456" cy="3340361"/>
          </a:xfrm>
          <a:custGeom>
            <a:avLst/>
            <a:gdLst>
              <a:gd name="connsiteX0" fmla="*/ 0 w 4542456"/>
              <a:gd name="connsiteY0" fmla="*/ 1113454 h 3340361"/>
              <a:gd name="connsiteX1" fmla="*/ 2226907 w 4542456"/>
              <a:gd name="connsiteY1" fmla="*/ 1113454 h 3340361"/>
              <a:gd name="connsiteX2" fmla="*/ 2226907 w 4542456"/>
              <a:gd name="connsiteY2" fmla="*/ 3340361 h 3340361"/>
              <a:gd name="connsiteX3" fmla="*/ 0 w 4542456"/>
              <a:gd name="connsiteY3" fmla="*/ 3340361 h 3340361"/>
              <a:gd name="connsiteX4" fmla="*/ 2315549 w 4542456"/>
              <a:gd name="connsiteY4" fmla="*/ 0 h 3340361"/>
              <a:gd name="connsiteX5" fmla="*/ 4542456 w 4542456"/>
              <a:gd name="connsiteY5" fmla="*/ 0 h 3340361"/>
              <a:gd name="connsiteX6" fmla="*/ 4542456 w 4542456"/>
              <a:gd name="connsiteY6" fmla="*/ 2226907 h 3340361"/>
              <a:gd name="connsiteX7" fmla="*/ 2315549 w 4542456"/>
              <a:gd name="connsiteY7" fmla="*/ 2226907 h 334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42456" h="3340361">
                <a:moveTo>
                  <a:pt x="0" y="1113454"/>
                </a:moveTo>
                <a:lnTo>
                  <a:pt x="2226907" y="1113454"/>
                </a:lnTo>
                <a:lnTo>
                  <a:pt x="2226907" y="3340361"/>
                </a:lnTo>
                <a:lnTo>
                  <a:pt x="0" y="3340361"/>
                </a:lnTo>
                <a:close/>
                <a:moveTo>
                  <a:pt x="2315549" y="0"/>
                </a:moveTo>
                <a:lnTo>
                  <a:pt x="4542456" y="0"/>
                </a:lnTo>
                <a:lnTo>
                  <a:pt x="4542456" y="2226907"/>
                </a:lnTo>
                <a:lnTo>
                  <a:pt x="2315549" y="2226907"/>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
        <p:nvSpPr>
          <p:cNvPr id="9" name="Freeform: Shape 8">
            <a:extLst>
              <a:ext uri="{FF2B5EF4-FFF2-40B4-BE49-F238E27FC236}">
                <a16:creationId xmlns:a16="http://schemas.microsoft.com/office/drawing/2014/main" id="{583D0487-9EC3-4B85-B561-A0C110BBE7D7}"/>
              </a:ext>
            </a:extLst>
          </p:cNvPr>
          <p:cNvSpPr>
            <a:spLocks noGrp="1"/>
          </p:cNvSpPr>
          <p:nvPr>
            <p:ph type="pic" sz="quarter" idx="11"/>
          </p:nvPr>
        </p:nvSpPr>
        <p:spPr>
          <a:xfrm>
            <a:off x="5333998" y="3517641"/>
            <a:ext cx="2226907" cy="2226907"/>
          </a:xfrm>
          <a:custGeom>
            <a:avLst/>
            <a:gdLst>
              <a:gd name="connsiteX0" fmla="*/ 0 w 2226907"/>
              <a:gd name="connsiteY0" fmla="*/ 0 h 2226907"/>
              <a:gd name="connsiteX1" fmla="*/ 2226907 w 2226907"/>
              <a:gd name="connsiteY1" fmla="*/ 0 h 2226907"/>
              <a:gd name="connsiteX2" fmla="*/ 2226907 w 2226907"/>
              <a:gd name="connsiteY2" fmla="*/ 2226907 h 2226907"/>
              <a:gd name="connsiteX3" fmla="*/ 0 w 2226907"/>
              <a:gd name="connsiteY3" fmla="*/ 2226907 h 2226907"/>
            </a:gdLst>
            <a:ahLst/>
            <a:cxnLst>
              <a:cxn ang="0">
                <a:pos x="connsiteX0" y="connsiteY0"/>
              </a:cxn>
              <a:cxn ang="0">
                <a:pos x="connsiteX1" y="connsiteY1"/>
              </a:cxn>
              <a:cxn ang="0">
                <a:pos x="connsiteX2" y="connsiteY2"/>
              </a:cxn>
              <a:cxn ang="0">
                <a:pos x="connsiteX3" y="connsiteY3"/>
              </a:cxn>
            </a:cxnLst>
            <a:rect l="l" t="t" r="r" b="b"/>
            <a:pathLst>
              <a:path w="2226907" h="2226907">
                <a:moveTo>
                  <a:pt x="0" y="0"/>
                </a:moveTo>
                <a:lnTo>
                  <a:pt x="2226907" y="0"/>
                </a:lnTo>
                <a:lnTo>
                  <a:pt x="2226907" y="2226907"/>
                </a:lnTo>
                <a:lnTo>
                  <a:pt x="0" y="2226907"/>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40496230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7B97D36-C251-4352-8397-B9316A3E17CB}"/>
              </a:ext>
            </a:extLst>
          </p:cNvPr>
          <p:cNvSpPr/>
          <p:nvPr userDrawn="1"/>
        </p:nvSpPr>
        <p:spPr>
          <a:xfrm>
            <a:off x="2315548" y="3517640"/>
            <a:ext cx="2226907" cy="1115568"/>
          </a:xfrm>
          <a:prstGeom prst="rect">
            <a:avLst/>
          </a:prstGeom>
          <a:solidFill>
            <a:srgbClr val="68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5FE03FE1-B124-44D1-91E9-4662FB17D755}"/>
              </a:ext>
            </a:extLst>
          </p:cNvPr>
          <p:cNvSpPr>
            <a:spLocks noGrp="1"/>
          </p:cNvSpPr>
          <p:nvPr>
            <p:ph type="pic" sz="quarter" idx="10"/>
          </p:nvPr>
        </p:nvSpPr>
        <p:spPr>
          <a:xfrm>
            <a:off x="-1" y="1"/>
            <a:ext cx="4542456" cy="6857999"/>
          </a:xfrm>
          <a:custGeom>
            <a:avLst/>
            <a:gdLst>
              <a:gd name="connsiteX0" fmla="*/ 0 w 4542456"/>
              <a:gd name="connsiteY0" fmla="*/ 2315546 h 6857999"/>
              <a:gd name="connsiteX1" fmla="*/ 2226907 w 4542456"/>
              <a:gd name="connsiteY1" fmla="*/ 2315546 h 6857999"/>
              <a:gd name="connsiteX2" fmla="*/ 2226907 w 4542456"/>
              <a:gd name="connsiteY2" fmla="*/ 6857999 h 6857999"/>
              <a:gd name="connsiteX3" fmla="*/ 0 w 4542456"/>
              <a:gd name="connsiteY3" fmla="*/ 6857999 h 6857999"/>
              <a:gd name="connsiteX4" fmla="*/ 2315549 w 4542456"/>
              <a:gd name="connsiteY4" fmla="*/ 0 h 6857999"/>
              <a:gd name="connsiteX5" fmla="*/ 4542456 w 4542456"/>
              <a:gd name="connsiteY5" fmla="*/ 0 h 6857999"/>
              <a:gd name="connsiteX6" fmla="*/ 4542456 w 4542456"/>
              <a:gd name="connsiteY6" fmla="*/ 3429000 h 6857999"/>
              <a:gd name="connsiteX7" fmla="*/ 2315549 w 4542456"/>
              <a:gd name="connsiteY7" fmla="*/ 34290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42456" h="6857999">
                <a:moveTo>
                  <a:pt x="0" y="2315546"/>
                </a:moveTo>
                <a:lnTo>
                  <a:pt x="2226907" y="2315546"/>
                </a:lnTo>
                <a:lnTo>
                  <a:pt x="2226907" y="6857999"/>
                </a:lnTo>
                <a:lnTo>
                  <a:pt x="0" y="6857999"/>
                </a:lnTo>
                <a:close/>
                <a:moveTo>
                  <a:pt x="2315549" y="0"/>
                </a:moveTo>
                <a:lnTo>
                  <a:pt x="4542456" y="0"/>
                </a:lnTo>
                <a:lnTo>
                  <a:pt x="4542456" y="3429000"/>
                </a:lnTo>
                <a:lnTo>
                  <a:pt x="2315549" y="3429000"/>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2303818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0BEE10F-1F77-4395-AF2F-8CFC732EE268}"/>
              </a:ext>
            </a:extLst>
          </p:cNvPr>
          <p:cNvSpPr/>
          <p:nvPr userDrawn="1"/>
        </p:nvSpPr>
        <p:spPr>
          <a:xfrm>
            <a:off x="7649546" y="0"/>
            <a:ext cx="2226907" cy="22269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874A29E2-B22B-4E77-A16A-AC0449825BC9}"/>
              </a:ext>
            </a:extLst>
          </p:cNvPr>
          <p:cNvSpPr>
            <a:spLocks noGrp="1"/>
          </p:cNvSpPr>
          <p:nvPr>
            <p:ph type="pic" sz="quarter" idx="10"/>
          </p:nvPr>
        </p:nvSpPr>
        <p:spPr>
          <a:xfrm>
            <a:off x="5333996" y="1111170"/>
            <a:ext cx="6858004" cy="4635663"/>
          </a:xfrm>
          <a:custGeom>
            <a:avLst/>
            <a:gdLst>
              <a:gd name="connsiteX0" fmla="*/ 2315549 w 6858004"/>
              <a:gd name="connsiteY0" fmla="*/ 1204378 h 4635663"/>
              <a:gd name="connsiteX1" fmla="*/ 4542456 w 6858004"/>
              <a:gd name="connsiteY1" fmla="*/ 1204378 h 4635663"/>
              <a:gd name="connsiteX2" fmla="*/ 4542456 w 6858004"/>
              <a:gd name="connsiteY2" fmla="*/ 4635663 h 4635663"/>
              <a:gd name="connsiteX3" fmla="*/ 2315549 w 6858004"/>
              <a:gd name="connsiteY3" fmla="*/ 4635663 h 4635663"/>
              <a:gd name="connsiteX4" fmla="*/ 4631097 w 6858004"/>
              <a:gd name="connsiteY4" fmla="*/ 0 h 4635663"/>
              <a:gd name="connsiteX5" fmla="*/ 6858004 w 6858004"/>
              <a:gd name="connsiteY5" fmla="*/ 0 h 4635663"/>
              <a:gd name="connsiteX6" fmla="*/ 6858004 w 6858004"/>
              <a:gd name="connsiteY6" fmla="*/ 3431285 h 4635663"/>
              <a:gd name="connsiteX7" fmla="*/ 4631097 w 6858004"/>
              <a:gd name="connsiteY7" fmla="*/ 3431285 h 4635663"/>
              <a:gd name="connsiteX8" fmla="*/ 0 w 6858004"/>
              <a:gd name="connsiteY8" fmla="*/ 0 h 4635663"/>
              <a:gd name="connsiteX9" fmla="*/ 2226907 w 6858004"/>
              <a:gd name="connsiteY9" fmla="*/ 0 h 4635663"/>
              <a:gd name="connsiteX10" fmla="*/ 2226907 w 6858004"/>
              <a:gd name="connsiteY10" fmla="*/ 3431285 h 4635663"/>
              <a:gd name="connsiteX11" fmla="*/ 0 w 6858004"/>
              <a:gd name="connsiteY11" fmla="*/ 3431285 h 4635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4" h="4635663">
                <a:moveTo>
                  <a:pt x="2315549" y="1204378"/>
                </a:moveTo>
                <a:lnTo>
                  <a:pt x="4542456" y="1204378"/>
                </a:lnTo>
                <a:lnTo>
                  <a:pt x="4542456" y="4635663"/>
                </a:lnTo>
                <a:lnTo>
                  <a:pt x="2315549" y="4635663"/>
                </a:lnTo>
                <a:close/>
                <a:moveTo>
                  <a:pt x="4631097" y="0"/>
                </a:moveTo>
                <a:lnTo>
                  <a:pt x="6858004" y="0"/>
                </a:lnTo>
                <a:lnTo>
                  <a:pt x="6858004" y="3431285"/>
                </a:lnTo>
                <a:lnTo>
                  <a:pt x="4631097" y="3431285"/>
                </a:lnTo>
                <a:close/>
                <a:moveTo>
                  <a:pt x="0" y="0"/>
                </a:moveTo>
                <a:lnTo>
                  <a:pt x="2226907" y="0"/>
                </a:lnTo>
                <a:lnTo>
                  <a:pt x="2226907" y="3431285"/>
                </a:lnTo>
                <a:lnTo>
                  <a:pt x="0" y="3431285"/>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32330398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CC87BDBA-E3C2-40FC-9F81-6B4B23E73E1B}"/>
              </a:ext>
            </a:extLst>
          </p:cNvPr>
          <p:cNvSpPr>
            <a:spLocks noGrp="1"/>
          </p:cNvSpPr>
          <p:nvPr>
            <p:ph type="pic" sz="quarter" idx="10"/>
          </p:nvPr>
        </p:nvSpPr>
        <p:spPr>
          <a:xfrm>
            <a:off x="7649546" y="0"/>
            <a:ext cx="4542455" cy="6858001"/>
          </a:xfrm>
          <a:custGeom>
            <a:avLst/>
            <a:gdLst>
              <a:gd name="connsiteX0" fmla="*/ 2315548 w 4542455"/>
              <a:gd name="connsiteY0" fmla="*/ 4631094 h 6858001"/>
              <a:gd name="connsiteX1" fmla="*/ 4542455 w 4542455"/>
              <a:gd name="connsiteY1" fmla="*/ 4631094 h 6858001"/>
              <a:gd name="connsiteX2" fmla="*/ 4542455 w 4542455"/>
              <a:gd name="connsiteY2" fmla="*/ 6858001 h 6858001"/>
              <a:gd name="connsiteX3" fmla="*/ 2315548 w 4542455"/>
              <a:gd name="connsiteY3" fmla="*/ 6858001 h 6858001"/>
              <a:gd name="connsiteX4" fmla="*/ 0 w 4542455"/>
              <a:gd name="connsiteY4" fmla="*/ 4631094 h 6858001"/>
              <a:gd name="connsiteX5" fmla="*/ 2226907 w 4542455"/>
              <a:gd name="connsiteY5" fmla="*/ 4631094 h 6858001"/>
              <a:gd name="connsiteX6" fmla="*/ 2226907 w 4542455"/>
              <a:gd name="connsiteY6" fmla="*/ 6858001 h 6858001"/>
              <a:gd name="connsiteX7" fmla="*/ 0 w 4542455"/>
              <a:gd name="connsiteY7" fmla="*/ 6858001 h 6858001"/>
              <a:gd name="connsiteX8" fmla="*/ 2315548 w 4542455"/>
              <a:gd name="connsiteY8" fmla="*/ 2315547 h 6858001"/>
              <a:gd name="connsiteX9" fmla="*/ 4542455 w 4542455"/>
              <a:gd name="connsiteY9" fmla="*/ 2315547 h 6858001"/>
              <a:gd name="connsiteX10" fmla="*/ 4542455 w 4542455"/>
              <a:gd name="connsiteY10" fmla="*/ 4542454 h 6858001"/>
              <a:gd name="connsiteX11" fmla="*/ 2315548 w 4542455"/>
              <a:gd name="connsiteY11" fmla="*/ 4542454 h 6858001"/>
              <a:gd name="connsiteX12" fmla="*/ 0 w 4542455"/>
              <a:gd name="connsiteY12" fmla="*/ 2315547 h 6858001"/>
              <a:gd name="connsiteX13" fmla="*/ 2226907 w 4542455"/>
              <a:gd name="connsiteY13" fmla="*/ 2315547 h 6858001"/>
              <a:gd name="connsiteX14" fmla="*/ 2226907 w 4542455"/>
              <a:gd name="connsiteY14" fmla="*/ 4542454 h 6858001"/>
              <a:gd name="connsiteX15" fmla="*/ 0 w 4542455"/>
              <a:gd name="connsiteY15" fmla="*/ 4542454 h 6858001"/>
              <a:gd name="connsiteX16" fmla="*/ 2315548 w 4542455"/>
              <a:gd name="connsiteY16" fmla="*/ 1 h 6858001"/>
              <a:gd name="connsiteX17" fmla="*/ 4542455 w 4542455"/>
              <a:gd name="connsiteY17" fmla="*/ 1 h 6858001"/>
              <a:gd name="connsiteX18" fmla="*/ 4542455 w 4542455"/>
              <a:gd name="connsiteY18" fmla="*/ 2226908 h 6858001"/>
              <a:gd name="connsiteX19" fmla="*/ 2315548 w 4542455"/>
              <a:gd name="connsiteY19" fmla="*/ 2226908 h 6858001"/>
              <a:gd name="connsiteX20" fmla="*/ 0 w 4542455"/>
              <a:gd name="connsiteY20" fmla="*/ 0 h 6858001"/>
              <a:gd name="connsiteX21" fmla="*/ 2226907 w 4542455"/>
              <a:gd name="connsiteY21" fmla="*/ 0 h 6858001"/>
              <a:gd name="connsiteX22" fmla="*/ 2226907 w 4542455"/>
              <a:gd name="connsiteY22" fmla="*/ 2226907 h 6858001"/>
              <a:gd name="connsiteX23" fmla="*/ 0 w 4542455"/>
              <a:gd name="connsiteY23" fmla="*/ 22269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542455" h="6858001">
                <a:moveTo>
                  <a:pt x="2315548" y="4631094"/>
                </a:moveTo>
                <a:lnTo>
                  <a:pt x="4542455" y="4631094"/>
                </a:lnTo>
                <a:lnTo>
                  <a:pt x="4542455" y="6858001"/>
                </a:lnTo>
                <a:lnTo>
                  <a:pt x="2315548" y="6858001"/>
                </a:lnTo>
                <a:close/>
                <a:moveTo>
                  <a:pt x="0" y="4631094"/>
                </a:moveTo>
                <a:lnTo>
                  <a:pt x="2226907" y="4631094"/>
                </a:lnTo>
                <a:lnTo>
                  <a:pt x="2226907" y="6858001"/>
                </a:lnTo>
                <a:lnTo>
                  <a:pt x="0" y="6858001"/>
                </a:lnTo>
                <a:close/>
                <a:moveTo>
                  <a:pt x="2315548" y="2315547"/>
                </a:moveTo>
                <a:lnTo>
                  <a:pt x="4542455" y="2315547"/>
                </a:lnTo>
                <a:lnTo>
                  <a:pt x="4542455" y="4542454"/>
                </a:lnTo>
                <a:lnTo>
                  <a:pt x="2315548" y="4542454"/>
                </a:lnTo>
                <a:close/>
                <a:moveTo>
                  <a:pt x="0" y="2315547"/>
                </a:moveTo>
                <a:lnTo>
                  <a:pt x="2226907" y="2315547"/>
                </a:lnTo>
                <a:lnTo>
                  <a:pt x="2226907" y="4542454"/>
                </a:lnTo>
                <a:lnTo>
                  <a:pt x="0" y="4542454"/>
                </a:lnTo>
                <a:close/>
                <a:moveTo>
                  <a:pt x="2315548" y="1"/>
                </a:moveTo>
                <a:lnTo>
                  <a:pt x="4542455" y="1"/>
                </a:lnTo>
                <a:lnTo>
                  <a:pt x="4542455" y="2226908"/>
                </a:lnTo>
                <a:lnTo>
                  <a:pt x="2315548" y="2226908"/>
                </a:lnTo>
                <a:close/>
                <a:moveTo>
                  <a:pt x="0" y="0"/>
                </a:moveTo>
                <a:lnTo>
                  <a:pt x="2226907" y="0"/>
                </a:lnTo>
                <a:lnTo>
                  <a:pt x="2226907" y="2226907"/>
                </a:lnTo>
                <a:lnTo>
                  <a:pt x="0" y="2226907"/>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2400615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71D09A-C872-4664-A3D1-EA76CF7181CE}"/>
              </a:ext>
            </a:extLst>
          </p:cNvPr>
          <p:cNvSpPr/>
          <p:nvPr userDrawn="1"/>
        </p:nvSpPr>
        <p:spPr>
          <a:xfrm>
            <a:off x="6447450" y="-1"/>
            <a:ext cx="1115568" cy="2226907"/>
          </a:xfrm>
          <a:prstGeom prst="rect">
            <a:avLst/>
          </a:prstGeom>
          <a:solidFill>
            <a:srgbClr val="68F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41B647E-BCC6-4D27-B796-BDAEAE3F02CC}"/>
              </a:ext>
            </a:extLst>
          </p:cNvPr>
          <p:cNvSpPr/>
          <p:nvPr userDrawn="1"/>
        </p:nvSpPr>
        <p:spPr>
          <a:xfrm>
            <a:off x="9965094" y="4631094"/>
            <a:ext cx="2226907" cy="22269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5AE1B1A-51B7-4041-B7A0-6A1258D805C3}"/>
              </a:ext>
            </a:extLst>
          </p:cNvPr>
          <p:cNvSpPr/>
          <p:nvPr userDrawn="1"/>
        </p:nvSpPr>
        <p:spPr>
          <a:xfrm>
            <a:off x="7649546" y="0"/>
            <a:ext cx="2226907" cy="2226907"/>
          </a:xfrm>
          <a:prstGeom prst="rect">
            <a:avLst/>
          </a:prstGeom>
          <a:solidFill>
            <a:srgbClr val="68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BE2437B-27E1-4FC9-83EA-AE8044AAF2A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47440" y="914400"/>
            <a:ext cx="2030160" cy="4104968"/>
          </a:xfrm>
          <a:prstGeom prst="rect">
            <a:avLst/>
          </a:prstGeom>
          <a:effectLst>
            <a:outerShdw blurRad="190500" dist="63500" dir="2700000" algn="tl" rotWithShape="0">
              <a:schemeClr val="tx1">
                <a:alpha val="30000"/>
              </a:schemeClr>
            </a:outerShdw>
          </a:effectLst>
        </p:spPr>
      </p:pic>
      <p:pic>
        <p:nvPicPr>
          <p:cNvPr id="7" name="Picture 6">
            <a:extLst>
              <a:ext uri="{FF2B5EF4-FFF2-40B4-BE49-F238E27FC236}">
                <a16:creationId xmlns:a16="http://schemas.microsoft.com/office/drawing/2014/main" id="{6D73ECD3-DAB4-416F-9420-F62F3A2A05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17182" y="1838632"/>
            <a:ext cx="2030160" cy="4104968"/>
          </a:xfrm>
          <a:prstGeom prst="rect">
            <a:avLst/>
          </a:prstGeom>
          <a:effectLst>
            <a:outerShdw blurRad="190500" dist="63500" dir="2700000" algn="tl" rotWithShape="0">
              <a:schemeClr val="tx1">
                <a:alpha val="30000"/>
              </a:schemeClr>
            </a:outerShdw>
          </a:effectLst>
        </p:spPr>
      </p:pic>
      <p:sp>
        <p:nvSpPr>
          <p:cNvPr id="10" name="Freeform: Shape 9">
            <a:extLst>
              <a:ext uri="{FF2B5EF4-FFF2-40B4-BE49-F238E27FC236}">
                <a16:creationId xmlns:a16="http://schemas.microsoft.com/office/drawing/2014/main" id="{8AA598B4-C982-46C9-9980-7E00FE6A5CB0}"/>
              </a:ext>
            </a:extLst>
          </p:cNvPr>
          <p:cNvSpPr>
            <a:spLocks noGrp="1"/>
          </p:cNvSpPr>
          <p:nvPr>
            <p:ph type="pic" sz="quarter" idx="10"/>
          </p:nvPr>
        </p:nvSpPr>
        <p:spPr>
          <a:xfrm>
            <a:off x="9348648" y="1009298"/>
            <a:ext cx="1828854" cy="3922171"/>
          </a:xfrm>
          <a:custGeom>
            <a:avLst/>
            <a:gdLst>
              <a:gd name="connsiteX0" fmla="*/ 221833 w 1828854"/>
              <a:gd name="connsiteY0" fmla="*/ 0 h 3922171"/>
              <a:gd name="connsiteX1" fmla="*/ 403449 w 1828854"/>
              <a:gd name="connsiteY1" fmla="*/ 0 h 3922171"/>
              <a:gd name="connsiteX2" fmla="*/ 428003 w 1828854"/>
              <a:gd name="connsiteY2" fmla="*/ 24808 h 3922171"/>
              <a:gd name="connsiteX3" fmla="*/ 551196 w 1828854"/>
              <a:gd name="connsiteY3" fmla="*/ 147586 h 3922171"/>
              <a:gd name="connsiteX4" fmla="*/ 1278081 w 1828854"/>
              <a:gd name="connsiteY4" fmla="*/ 147586 h 3922171"/>
              <a:gd name="connsiteX5" fmla="*/ 1401275 w 1828854"/>
              <a:gd name="connsiteY5" fmla="*/ 24808 h 3922171"/>
              <a:gd name="connsiteX6" fmla="*/ 1425829 w 1828854"/>
              <a:gd name="connsiteY6" fmla="*/ 0 h 3922171"/>
              <a:gd name="connsiteX7" fmla="*/ 1607444 w 1828854"/>
              <a:gd name="connsiteY7" fmla="*/ 0 h 3922171"/>
              <a:gd name="connsiteX8" fmla="*/ 1828854 w 1828854"/>
              <a:gd name="connsiteY8" fmla="*/ 221169 h 3922171"/>
              <a:gd name="connsiteX9" fmla="*/ 1828854 w 1828854"/>
              <a:gd name="connsiteY9" fmla="*/ 3701423 h 3922171"/>
              <a:gd name="connsiteX10" fmla="*/ 1607444 w 1828854"/>
              <a:gd name="connsiteY10" fmla="*/ 3922171 h 3922171"/>
              <a:gd name="connsiteX11" fmla="*/ 221833 w 1828854"/>
              <a:gd name="connsiteY11" fmla="*/ 3922171 h 3922171"/>
              <a:gd name="connsiteX12" fmla="*/ 0 w 1828854"/>
              <a:gd name="connsiteY12" fmla="*/ 3701423 h 3922171"/>
              <a:gd name="connsiteX13" fmla="*/ 0 w 1828854"/>
              <a:gd name="connsiteY13" fmla="*/ 221169 h 3922171"/>
              <a:gd name="connsiteX14" fmla="*/ 221833 w 1828854"/>
              <a:gd name="connsiteY14" fmla="*/ 0 h 392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28854" h="3922171">
                <a:moveTo>
                  <a:pt x="221833" y="0"/>
                </a:moveTo>
                <a:cubicBezTo>
                  <a:pt x="221833" y="0"/>
                  <a:pt x="221833" y="0"/>
                  <a:pt x="403449" y="0"/>
                </a:cubicBezTo>
                <a:cubicBezTo>
                  <a:pt x="419112" y="0"/>
                  <a:pt x="428003" y="12614"/>
                  <a:pt x="428003" y="24808"/>
                </a:cubicBezTo>
                <a:cubicBezTo>
                  <a:pt x="428003" y="92084"/>
                  <a:pt x="483461" y="147586"/>
                  <a:pt x="551196" y="147586"/>
                </a:cubicBezTo>
                <a:cubicBezTo>
                  <a:pt x="551196" y="147586"/>
                  <a:pt x="551196" y="147586"/>
                  <a:pt x="1278081" y="147586"/>
                </a:cubicBezTo>
                <a:cubicBezTo>
                  <a:pt x="1345816" y="147586"/>
                  <a:pt x="1401275" y="92084"/>
                  <a:pt x="1401275" y="24808"/>
                </a:cubicBezTo>
                <a:cubicBezTo>
                  <a:pt x="1401275" y="12614"/>
                  <a:pt x="1410165" y="0"/>
                  <a:pt x="1425829" y="0"/>
                </a:cubicBezTo>
                <a:cubicBezTo>
                  <a:pt x="1425829" y="0"/>
                  <a:pt x="1425829" y="0"/>
                  <a:pt x="1607444" y="0"/>
                </a:cubicBezTo>
                <a:cubicBezTo>
                  <a:pt x="1730638" y="0"/>
                  <a:pt x="1828854" y="98391"/>
                  <a:pt x="1828854" y="221169"/>
                </a:cubicBezTo>
                <a:cubicBezTo>
                  <a:pt x="1828854" y="221169"/>
                  <a:pt x="1828854" y="221169"/>
                  <a:pt x="1828854" y="3701423"/>
                </a:cubicBezTo>
                <a:cubicBezTo>
                  <a:pt x="1828854" y="3824201"/>
                  <a:pt x="1730638" y="3922171"/>
                  <a:pt x="1607444" y="3922171"/>
                </a:cubicBezTo>
                <a:cubicBezTo>
                  <a:pt x="1607444" y="3922171"/>
                  <a:pt x="1607444" y="3922171"/>
                  <a:pt x="221833" y="3922171"/>
                </a:cubicBezTo>
                <a:cubicBezTo>
                  <a:pt x="98640" y="3922171"/>
                  <a:pt x="0" y="3824201"/>
                  <a:pt x="0" y="3701423"/>
                </a:cubicBezTo>
                <a:cubicBezTo>
                  <a:pt x="0" y="3701423"/>
                  <a:pt x="0" y="3701423"/>
                  <a:pt x="0" y="221169"/>
                </a:cubicBezTo>
                <a:cubicBezTo>
                  <a:pt x="0" y="98391"/>
                  <a:pt x="98640" y="0"/>
                  <a:pt x="221833" y="0"/>
                </a:cubicBezTo>
                <a:close/>
              </a:path>
            </a:pathLst>
          </a:custGeom>
          <a:pattFill prst="pct5">
            <a:fgClr>
              <a:schemeClr val="tx1">
                <a:lumMod val="95000"/>
                <a:lumOff val="5000"/>
              </a:schemeClr>
            </a:fgClr>
            <a:bgClr>
              <a:schemeClr val="bg1"/>
            </a:bgClr>
          </a:pattFill>
        </p:spPr>
        <p:txBody>
          <a:bodyPr wrap="square">
            <a:noAutofit/>
          </a:bodyPr>
          <a:lstStyle/>
          <a:p>
            <a:endParaRPr lang="en-US"/>
          </a:p>
        </p:txBody>
      </p:sp>
      <p:sp>
        <p:nvSpPr>
          <p:cNvPr id="12" name="Freeform: Shape 11">
            <a:extLst>
              <a:ext uri="{FF2B5EF4-FFF2-40B4-BE49-F238E27FC236}">
                <a16:creationId xmlns:a16="http://schemas.microsoft.com/office/drawing/2014/main" id="{7D05CB0B-3C29-47F4-8F48-BC2932A08400}"/>
              </a:ext>
            </a:extLst>
          </p:cNvPr>
          <p:cNvSpPr>
            <a:spLocks noGrp="1"/>
          </p:cNvSpPr>
          <p:nvPr>
            <p:ph type="pic" sz="quarter" idx="11"/>
          </p:nvPr>
        </p:nvSpPr>
        <p:spPr>
          <a:xfrm>
            <a:off x="7218390" y="1933530"/>
            <a:ext cx="1828854" cy="3922171"/>
          </a:xfrm>
          <a:custGeom>
            <a:avLst/>
            <a:gdLst>
              <a:gd name="connsiteX0" fmla="*/ 221833 w 1828854"/>
              <a:gd name="connsiteY0" fmla="*/ 0 h 3922171"/>
              <a:gd name="connsiteX1" fmla="*/ 403449 w 1828854"/>
              <a:gd name="connsiteY1" fmla="*/ 0 h 3922171"/>
              <a:gd name="connsiteX2" fmla="*/ 428003 w 1828854"/>
              <a:gd name="connsiteY2" fmla="*/ 24808 h 3922171"/>
              <a:gd name="connsiteX3" fmla="*/ 551196 w 1828854"/>
              <a:gd name="connsiteY3" fmla="*/ 147586 h 3922171"/>
              <a:gd name="connsiteX4" fmla="*/ 1278081 w 1828854"/>
              <a:gd name="connsiteY4" fmla="*/ 147586 h 3922171"/>
              <a:gd name="connsiteX5" fmla="*/ 1401275 w 1828854"/>
              <a:gd name="connsiteY5" fmla="*/ 24808 h 3922171"/>
              <a:gd name="connsiteX6" fmla="*/ 1425829 w 1828854"/>
              <a:gd name="connsiteY6" fmla="*/ 0 h 3922171"/>
              <a:gd name="connsiteX7" fmla="*/ 1607444 w 1828854"/>
              <a:gd name="connsiteY7" fmla="*/ 0 h 3922171"/>
              <a:gd name="connsiteX8" fmla="*/ 1828854 w 1828854"/>
              <a:gd name="connsiteY8" fmla="*/ 221169 h 3922171"/>
              <a:gd name="connsiteX9" fmla="*/ 1828854 w 1828854"/>
              <a:gd name="connsiteY9" fmla="*/ 3701423 h 3922171"/>
              <a:gd name="connsiteX10" fmla="*/ 1607444 w 1828854"/>
              <a:gd name="connsiteY10" fmla="*/ 3922171 h 3922171"/>
              <a:gd name="connsiteX11" fmla="*/ 221833 w 1828854"/>
              <a:gd name="connsiteY11" fmla="*/ 3922171 h 3922171"/>
              <a:gd name="connsiteX12" fmla="*/ 0 w 1828854"/>
              <a:gd name="connsiteY12" fmla="*/ 3701423 h 3922171"/>
              <a:gd name="connsiteX13" fmla="*/ 0 w 1828854"/>
              <a:gd name="connsiteY13" fmla="*/ 221169 h 3922171"/>
              <a:gd name="connsiteX14" fmla="*/ 221833 w 1828854"/>
              <a:gd name="connsiteY14" fmla="*/ 0 h 392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28854" h="3922171">
                <a:moveTo>
                  <a:pt x="221833" y="0"/>
                </a:moveTo>
                <a:cubicBezTo>
                  <a:pt x="221833" y="0"/>
                  <a:pt x="221833" y="0"/>
                  <a:pt x="403449" y="0"/>
                </a:cubicBezTo>
                <a:cubicBezTo>
                  <a:pt x="419113" y="0"/>
                  <a:pt x="428003" y="12614"/>
                  <a:pt x="428003" y="24808"/>
                </a:cubicBezTo>
                <a:cubicBezTo>
                  <a:pt x="428003" y="92084"/>
                  <a:pt x="483461" y="147586"/>
                  <a:pt x="551196" y="147586"/>
                </a:cubicBezTo>
                <a:cubicBezTo>
                  <a:pt x="551196" y="147586"/>
                  <a:pt x="551196" y="147586"/>
                  <a:pt x="1278081" y="147586"/>
                </a:cubicBezTo>
                <a:cubicBezTo>
                  <a:pt x="1345816" y="147586"/>
                  <a:pt x="1401275" y="92084"/>
                  <a:pt x="1401275" y="24808"/>
                </a:cubicBezTo>
                <a:cubicBezTo>
                  <a:pt x="1401275" y="12614"/>
                  <a:pt x="1410165" y="0"/>
                  <a:pt x="1425829" y="0"/>
                </a:cubicBezTo>
                <a:cubicBezTo>
                  <a:pt x="1425829" y="0"/>
                  <a:pt x="1425829" y="0"/>
                  <a:pt x="1607444" y="0"/>
                </a:cubicBezTo>
                <a:cubicBezTo>
                  <a:pt x="1730638" y="0"/>
                  <a:pt x="1828854" y="98391"/>
                  <a:pt x="1828854" y="221169"/>
                </a:cubicBezTo>
                <a:cubicBezTo>
                  <a:pt x="1828854" y="221169"/>
                  <a:pt x="1828854" y="221169"/>
                  <a:pt x="1828854" y="3701423"/>
                </a:cubicBezTo>
                <a:cubicBezTo>
                  <a:pt x="1828854" y="3824201"/>
                  <a:pt x="1730638" y="3922171"/>
                  <a:pt x="1607444" y="3922171"/>
                </a:cubicBezTo>
                <a:cubicBezTo>
                  <a:pt x="1607444" y="3922171"/>
                  <a:pt x="1607444" y="3922171"/>
                  <a:pt x="221833" y="3922171"/>
                </a:cubicBezTo>
                <a:cubicBezTo>
                  <a:pt x="98640" y="3922171"/>
                  <a:pt x="0" y="3824201"/>
                  <a:pt x="0" y="3701423"/>
                </a:cubicBezTo>
                <a:cubicBezTo>
                  <a:pt x="0" y="3701423"/>
                  <a:pt x="0" y="3701423"/>
                  <a:pt x="0" y="221169"/>
                </a:cubicBezTo>
                <a:cubicBezTo>
                  <a:pt x="0" y="98391"/>
                  <a:pt x="98640" y="0"/>
                  <a:pt x="221833" y="0"/>
                </a:cubicBez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16872368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F016E8-E2AC-40BB-BEE3-74918B397C7B}"/>
              </a:ext>
            </a:extLst>
          </p:cNvPr>
          <p:cNvSpPr/>
          <p:nvPr userDrawn="1"/>
        </p:nvSpPr>
        <p:spPr>
          <a:xfrm>
            <a:off x="2315549" y="4631094"/>
            <a:ext cx="2226907" cy="22269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1C442B7-1479-4377-BEE6-6CC11BAE7CE5}"/>
              </a:ext>
            </a:extLst>
          </p:cNvPr>
          <p:cNvSpPr/>
          <p:nvPr userDrawn="1"/>
        </p:nvSpPr>
        <p:spPr>
          <a:xfrm>
            <a:off x="0" y="4631094"/>
            <a:ext cx="2226907" cy="22269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41F37B3C-19A2-41DA-90C4-25FCA7535598}"/>
              </a:ext>
            </a:extLst>
          </p:cNvPr>
          <p:cNvSpPr/>
          <p:nvPr userDrawn="1"/>
        </p:nvSpPr>
        <p:spPr>
          <a:xfrm>
            <a:off x="0" y="2315547"/>
            <a:ext cx="2226907" cy="2226907"/>
          </a:xfrm>
          <a:prstGeom prst="rect">
            <a:avLst/>
          </a:prstGeom>
          <a:solidFill>
            <a:srgbClr val="68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305B304-DEE5-419B-94C6-54BD94A7EB1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311814" y="1516987"/>
            <a:ext cx="5165034" cy="3959861"/>
          </a:xfrm>
          <a:prstGeom prst="rect">
            <a:avLst/>
          </a:prstGeom>
          <a:effectLst>
            <a:outerShdw blurRad="63500" dist="25400" sx="102000" sy="102000" algn="ctr" rotWithShape="0">
              <a:schemeClr val="bg1">
                <a:lumMod val="50000"/>
                <a:alpha val="30000"/>
              </a:schemeClr>
            </a:outerShdw>
          </a:effectLst>
        </p:spPr>
      </p:pic>
      <p:sp>
        <p:nvSpPr>
          <p:cNvPr id="6" name="Freeform: Shape 5">
            <a:extLst>
              <a:ext uri="{FF2B5EF4-FFF2-40B4-BE49-F238E27FC236}">
                <a16:creationId xmlns:a16="http://schemas.microsoft.com/office/drawing/2014/main" id="{C04F7E18-C512-40DB-A86B-1A512F5B4CD8}"/>
              </a:ext>
            </a:extLst>
          </p:cNvPr>
          <p:cNvSpPr>
            <a:spLocks noGrp="1"/>
          </p:cNvSpPr>
          <p:nvPr>
            <p:ph type="pic" sz="quarter" idx="11"/>
          </p:nvPr>
        </p:nvSpPr>
        <p:spPr>
          <a:xfrm>
            <a:off x="1080713" y="1076123"/>
            <a:ext cx="3627233" cy="4841589"/>
          </a:xfrm>
          <a:custGeom>
            <a:avLst/>
            <a:gdLst>
              <a:gd name="connsiteX0" fmla="*/ 65326 w 3627233"/>
              <a:gd name="connsiteY0" fmla="*/ 0 h 4841589"/>
              <a:gd name="connsiteX1" fmla="*/ 3561907 w 3627233"/>
              <a:gd name="connsiteY1" fmla="*/ 0 h 4841589"/>
              <a:gd name="connsiteX2" fmla="*/ 3627233 w 3627233"/>
              <a:gd name="connsiteY2" fmla="*/ 65326 h 4841589"/>
              <a:gd name="connsiteX3" fmla="*/ 3627233 w 3627233"/>
              <a:gd name="connsiteY3" fmla="*/ 4776263 h 4841589"/>
              <a:gd name="connsiteX4" fmla="*/ 3561907 w 3627233"/>
              <a:gd name="connsiteY4" fmla="*/ 4841589 h 4841589"/>
              <a:gd name="connsiteX5" fmla="*/ 65326 w 3627233"/>
              <a:gd name="connsiteY5" fmla="*/ 4841589 h 4841589"/>
              <a:gd name="connsiteX6" fmla="*/ 0 w 3627233"/>
              <a:gd name="connsiteY6" fmla="*/ 4776263 h 4841589"/>
              <a:gd name="connsiteX7" fmla="*/ 0 w 3627233"/>
              <a:gd name="connsiteY7" fmla="*/ 65326 h 4841589"/>
              <a:gd name="connsiteX8" fmla="*/ 65326 w 3627233"/>
              <a:gd name="connsiteY8" fmla="*/ 0 h 4841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27233" h="4841589">
                <a:moveTo>
                  <a:pt x="65326" y="0"/>
                </a:moveTo>
                <a:lnTo>
                  <a:pt x="3561907" y="0"/>
                </a:lnTo>
                <a:cubicBezTo>
                  <a:pt x="3597986" y="0"/>
                  <a:pt x="3627233" y="29247"/>
                  <a:pt x="3627233" y="65326"/>
                </a:cubicBezTo>
                <a:lnTo>
                  <a:pt x="3627233" y="4776263"/>
                </a:lnTo>
                <a:cubicBezTo>
                  <a:pt x="3627233" y="4812342"/>
                  <a:pt x="3597986" y="4841589"/>
                  <a:pt x="3561907" y="4841589"/>
                </a:cubicBezTo>
                <a:lnTo>
                  <a:pt x="65326" y="4841589"/>
                </a:lnTo>
                <a:cubicBezTo>
                  <a:pt x="29247" y="4841589"/>
                  <a:pt x="0" y="4812342"/>
                  <a:pt x="0" y="4776263"/>
                </a:cubicBezTo>
                <a:lnTo>
                  <a:pt x="0" y="65326"/>
                </a:lnTo>
                <a:cubicBezTo>
                  <a:pt x="0" y="29247"/>
                  <a:pt x="29247" y="0"/>
                  <a:pt x="65326" y="0"/>
                </a:cubicBez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35789439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1B15A6-2B14-4525-B4DD-E4FD89C6AAD1}"/>
              </a:ext>
            </a:extLst>
          </p:cNvPr>
          <p:cNvSpPr/>
          <p:nvPr userDrawn="1"/>
        </p:nvSpPr>
        <p:spPr>
          <a:xfrm>
            <a:off x="7649544" y="0"/>
            <a:ext cx="2226907" cy="1115568"/>
          </a:xfrm>
          <a:prstGeom prst="rect">
            <a:avLst/>
          </a:prstGeom>
          <a:solidFill>
            <a:srgbClr val="68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F1CD5B6-FCA4-40EF-8251-A10B88D0E877}"/>
              </a:ext>
            </a:extLst>
          </p:cNvPr>
          <p:cNvSpPr/>
          <p:nvPr userDrawn="1"/>
        </p:nvSpPr>
        <p:spPr>
          <a:xfrm>
            <a:off x="5333997" y="4631094"/>
            <a:ext cx="2226907" cy="22269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2F7472F-2A51-4C57-9F22-A25D7F1AC031}"/>
              </a:ext>
            </a:extLst>
          </p:cNvPr>
          <p:cNvSpPr/>
          <p:nvPr userDrawn="1"/>
        </p:nvSpPr>
        <p:spPr>
          <a:xfrm>
            <a:off x="9965094" y="2315547"/>
            <a:ext cx="2226907" cy="2226907"/>
          </a:xfrm>
          <a:prstGeom prst="rect">
            <a:avLst/>
          </a:prstGeom>
          <a:solidFill>
            <a:srgbClr val="68F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9842ACA-0016-4A99-8A2D-41FEADA0493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76999" y="1990433"/>
            <a:ext cx="4572000" cy="2877133"/>
          </a:xfrm>
          <a:prstGeom prst="rect">
            <a:avLst/>
          </a:prstGeom>
          <a:effectLst>
            <a:outerShdw blurRad="190500" dist="63500" sx="102000" sy="102000" algn="ctr" rotWithShape="0">
              <a:schemeClr val="bg1">
                <a:lumMod val="50000"/>
                <a:alpha val="30000"/>
              </a:schemeClr>
            </a:outerShdw>
          </a:effectLst>
        </p:spPr>
      </p:pic>
      <p:sp>
        <p:nvSpPr>
          <p:cNvPr id="8" name="Freeform: Shape 7">
            <a:extLst>
              <a:ext uri="{FF2B5EF4-FFF2-40B4-BE49-F238E27FC236}">
                <a16:creationId xmlns:a16="http://schemas.microsoft.com/office/drawing/2014/main" id="{74522E96-184E-410A-891A-EDDCEFA8E07F}"/>
              </a:ext>
            </a:extLst>
          </p:cNvPr>
          <p:cNvSpPr>
            <a:spLocks noGrp="1"/>
          </p:cNvSpPr>
          <p:nvPr>
            <p:ph type="pic" sz="quarter" idx="11"/>
          </p:nvPr>
        </p:nvSpPr>
        <p:spPr>
          <a:xfrm>
            <a:off x="6804742" y="2119819"/>
            <a:ext cx="3916515" cy="2520640"/>
          </a:xfrm>
          <a:custGeom>
            <a:avLst/>
            <a:gdLst>
              <a:gd name="connsiteX0" fmla="*/ 0 w 3916515"/>
              <a:gd name="connsiteY0" fmla="*/ 0 h 2520640"/>
              <a:gd name="connsiteX1" fmla="*/ 3916515 w 3916515"/>
              <a:gd name="connsiteY1" fmla="*/ 0 h 2520640"/>
              <a:gd name="connsiteX2" fmla="*/ 3916515 w 3916515"/>
              <a:gd name="connsiteY2" fmla="*/ 2520640 h 2520640"/>
              <a:gd name="connsiteX3" fmla="*/ 0 w 3916515"/>
              <a:gd name="connsiteY3" fmla="*/ 2520640 h 2520640"/>
            </a:gdLst>
            <a:ahLst/>
            <a:cxnLst>
              <a:cxn ang="0">
                <a:pos x="connsiteX0" y="connsiteY0"/>
              </a:cxn>
              <a:cxn ang="0">
                <a:pos x="connsiteX1" y="connsiteY1"/>
              </a:cxn>
              <a:cxn ang="0">
                <a:pos x="connsiteX2" y="connsiteY2"/>
              </a:cxn>
              <a:cxn ang="0">
                <a:pos x="connsiteX3" y="connsiteY3"/>
              </a:cxn>
            </a:cxnLst>
            <a:rect l="l" t="t" r="r" b="b"/>
            <a:pathLst>
              <a:path w="3916515" h="2520640">
                <a:moveTo>
                  <a:pt x="0" y="0"/>
                </a:moveTo>
                <a:lnTo>
                  <a:pt x="3916515" y="0"/>
                </a:lnTo>
                <a:lnTo>
                  <a:pt x="3916515" y="2520640"/>
                </a:lnTo>
                <a:lnTo>
                  <a:pt x="0" y="2520640"/>
                </a:ln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5953049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8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9E2B1D-6BCB-4F9B-AEA0-B63B9B1E8B13}"/>
              </a:ext>
            </a:extLst>
          </p:cNvPr>
          <p:cNvSpPr/>
          <p:nvPr userDrawn="1"/>
        </p:nvSpPr>
        <p:spPr>
          <a:xfrm>
            <a:off x="0" y="4631094"/>
            <a:ext cx="2226907" cy="22269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1D03114-7F83-4BF8-B7BC-2CD1DA8166F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8574" y="2777924"/>
            <a:ext cx="4919215" cy="4080076"/>
          </a:xfrm>
          <a:prstGeom prst="rect">
            <a:avLst/>
          </a:prstGeom>
          <a:effectLst>
            <a:outerShdw blurRad="190500" dist="63500" dir="5400000" algn="t" rotWithShape="0">
              <a:prstClr val="black">
                <a:alpha val="30000"/>
              </a:prstClr>
            </a:outerShdw>
          </a:effectLst>
        </p:spPr>
      </p:pic>
      <p:sp>
        <p:nvSpPr>
          <p:cNvPr id="6" name="Freeform: Shape 5">
            <a:extLst>
              <a:ext uri="{FF2B5EF4-FFF2-40B4-BE49-F238E27FC236}">
                <a16:creationId xmlns:a16="http://schemas.microsoft.com/office/drawing/2014/main" id="{52940207-6CCA-49D9-9C0F-982524077587}"/>
              </a:ext>
            </a:extLst>
          </p:cNvPr>
          <p:cNvSpPr>
            <a:spLocks noGrp="1"/>
          </p:cNvSpPr>
          <p:nvPr>
            <p:ph type="pic" sz="quarter" idx="11"/>
          </p:nvPr>
        </p:nvSpPr>
        <p:spPr>
          <a:xfrm>
            <a:off x="1195429" y="2955967"/>
            <a:ext cx="4545507" cy="2749691"/>
          </a:xfrm>
          <a:custGeom>
            <a:avLst/>
            <a:gdLst>
              <a:gd name="connsiteX0" fmla="*/ 34894 w 4545507"/>
              <a:gd name="connsiteY0" fmla="*/ 0 h 2749691"/>
              <a:gd name="connsiteX1" fmla="*/ 4510613 w 4545507"/>
              <a:gd name="connsiteY1" fmla="*/ 0 h 2749691"/>
              <a:gd name="connsiteX2" fmla="*/ 4545507 w 4545507"/>
              <a:gd name="connsiteY2" fmla="*/ 34894 h 2749691"/>
              <a:gd name="connsiteX3" fmla="*/ 4545507 w 4545507"/>
              <a:gd name="connsiteY3" fmla="*/ 2714797 h 2749691"/>
              <a:gd name="connsiteX4" fmla="*/ 4510613 w 4545507"/>
              <a:gd name="connsiteY4" fmla="*/ 2749691 h 2749691"/>
              <a:gd name="connsiteX5" fmla="*/ 34894 w 4545507"/>
              <a:gd name="connsiteY5" fmla="*/ 2749691 h 2749691"/>
              <a:gd name="connsiteX6" fmla="*/ 0 w 4545507"/>
              <a:gd name="connsiteY6" fmla="*/ 2714797 h 2749691"/>
              <a:gd name="connsiteX7" fmla="*/ 0 w 4545507"/>
              <a:gd name="connsiteY7" fmla="*/ 34894 h 2749691"/>
              <a:gd name="connsiteX8" fmla="*/ 34894 w 4545507"/>
              <a:gd name="connsiteY8" fmla="*/ 0 h 2749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45507" h="2749691">
                <a:moveTo>
                  <a:pt x="34894" y="0"/>
                </a:moveTo>
                <a:lnTo>
                  <a:pt x="4510613" y="0"/>
                </a:lnTo>
                <a:cubicBezTo>
                  <a:pt x="4529884" y="0"/>
                  <a:pt x="4545507" y="15623"/>
                  <a:pt x="4545507" y="34894"/>
                </a:cubicBezTo>
                <a:lnTo>
                  <a:pt x="4545507" y="2714797"/>
                </a:lnTo>
                <a:cubicBezTo>
                  <a:pt x="4545507" y="2734068"/>
                  <a:pt x="4529884" y="2749691"/>
                  <a:pt x="4510613" y="2749691"/>
                </a:cubicBezTo>
                <a:lnTo>
                  <a:pt x="34894" y="2749691"/>
                </a:lnTo>
                <a:cubicBezTo>
                  <a:pt x="15623" y="2749691"/>
                  <a:pt x="0" y="2734068"/>
                  <a:pt x="0" y="2714797"/>
                </a:cubicBezTo>
                <a:lnTo>
                  <a:pt x="0" y="34894"/>
                </a:lnTo>
                <a:cubicBezTo>
                  <a:pt x="0" y="15623"/>
                  <a:pt x="15623" y="0"/>
                  <a:pt x="34894" y="0"/>
                </a:cubicBezTo>
                <a:close/>
              </a:path>
            </a:pathLst>
          </a:custGeom>
          <a:pattFill prst="pct5">
            <a:fgClr>
              <a:schemeClr val="tx1">
                <a:lumMod val="95000"/>
                <a:lumOff val="5000"/>
              </a:schemeClr>
            </a:fgClr>
            <a:bgClr>
              <a:schemeClr val="bg1"/>
            </a:bgClr>
          </a:pattFill>
        </p:spPr>
        <p:txBody>
          <a:bodyPr wrap="square">
            <a:noAutofit/>
          </a:bodyPr>
          <a:lstStyle/>
          <a:p>
            <a:endParaRPr lang="en-US"/>
          </a:p>
        </p:txBody>
      </p:sp>
    </p:spTree>
    <p:extLst>
      <p:ext uri="{BB962C8B-B14F-4D97-AF65-F5344CB8AC3E}">
        <p14:creationId xmlns:p14="http://schemas.microsoft.com/office/powerpoint/2010/main" val="29660207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898655-61BB-4427-95F3-C0093710C7FB}"/>
              </a:ext>
            </a:extLst>
          </p:cNvPr>
          <p:cNvSpPr/>
          <p:nvPr userDrawn="1"/>
        </p:nvSpPr>
        <p:spPr>
          <a:xfrm>
            <a:off x="7649546" y="4631094"/>
            <a:ext cx="2226907" cy="2226907"/>
          </a:xfrm>
          <a:prstGeom prst="rect">
            <a:avLst/>
          </a:prstGeom>
          <a:solidFill>
            <a:srgbClr val="68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F64F8C9-4ADE-4EB8-AB37-5C4C468FBFB3}"/>
              </a:ext>
            </a:extLst>
          </p:cNvPr>
          <p:cNvSpPr/>
          <p:nvPr userDrawn="1"/>
        </p:nvSpPr>
        <p:spPr>
          <a:xfrm>
            <a:off x="7649546" y="0"/>
            <a:ext cx="2226907" cy="22269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4CAC7C3-D631-47C6-8D56-ADFF6296B875}"/>
              </a:ext>
            </a:extLst>
          </p:cNvPr>
          <p:cNvSpPr/>
          <p:nvPr userDrawn="1"/>
        </p:nvSpPr>
        <p:spPr>
          <a:xfrm>
            <a:off x="9965094" y="2315547"/>
            <a:ext cx="2226907" cy="22269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34441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0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FB4FB0-5C20-41E9-AF02-952ACF5351D5}"/>
              </a:ext>
            </a:extLst>
          </p:cNvPr>
          <p:cNvSpPr/>
          <p:nvPr userDrawn="1"/>
        </p:nvSpPr>
        <p:spPr>
          <a:xfrm>
            <a:off x="9965094" y="0"/>
            <a:ext cx="2226907" cy="22269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17961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3096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1_Title and Content">
    <p:bg>
      <p:bgPr>
        <a:solidFill>
          <a:srgbClr val="68CBFF"/>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A792B819-5A08-4DA1-B106-5A6696BF8037}"/>
              </a:ext>
            </a:extLst>
          </p:cNvPr>
          <p:cNvSpPr>
            <a:spLocks noGrp="1"/>
          </p:cNvSpPr>
          <p:nvPr>
            <p:ph type="pic" sz="quarter" idx="10"/>
          </p:nvPr>
        </p:nvSpPr>
        <p:spPr>
          <a:xfrm>
            <a:off x="0" y="1"/>
            <a:ext cx="6858004" cy="6858001"/>
          </a:xfrm>
          <a:custGeom>
            <a:avLst/>
            <a:gdLst>
              <a:gd name="connsiteX0" fmla="*/ 0 w 6858004"/>
              <a:gd name="connsiteY0" fmla="*/ 4631094 h 6858001"/>
              <a:gd name="connsiteX1" fmla="*/ 2226907 w 6858004"/>
              <a:gd name="connsiteY1" fmla="*/ 4631094 h 6858001"/>
              <a:gd name="connsiteX2" fmla="*/ 2226907 w 6858004"/>
              <a:gd name="connsiteY2" fmla="*/ 6858001 h 6858001"/>
              <a:gd name="connsiteX3" fmla="*/ 0 w 6858004"/>
              <a:gd name="connsiteY3" fmla="*/ 6858001 h 6858001"/>
              <a:gd name="connsiteX4" fmla="*/ 2315548 w 6858004"/>
              <a:gd name="connsiteY4" fmla="*/ 2315547 h 6858001"/>
              <a:gd name="connsiteX5" fmla="*/ 4542455 w 6858004"/>
              <a:gd name="connsiteY5" fmla="*/ 2315547 h 6858001"/>
              <a:gd name="connsiteX6" fmla="*/ 4542455 w 6858004"/>
              <a:gd name="connsiteY6" fmla="*/ 4542454 h 6858001"/>
              <a:gd name="connsiteX7" fmla="*/ 2315548 w 6858004"/>
              <a:gd name="connsiteY7" fmla="*/ 4542454 h 6858001"/>
              <a:gd name="connsiteX8" fmla="*/ 0 w 6858004"/>
              <a:gd name="connsiteY8" fmla="*/ 2315547 h 6858001"/>
              <a:gd name="connsiteX9" fmla="*/ 2226907 w 6858004"/>
              <a:gd name="connsiteY9" fmla="*/ 2315547 h 6858001"/>
              <a:gd name="connsiteX10" fmla="*/ 2226907 w 6858004"/>
              <a:gd name="connsiteY10" fmla="*/ 4542454 h 6858001"/>
              <a:gd name="connsiteX11" fmla="*/ 0 w 6858004"/>
              <a:gd name="connsiteY11" fmla="*/ 4542454 h 6858001"/>
              <a:gd name="connsiteX12" fmla="*/ 4631097 w 6858004"/>
              <a:gd name="connsiteY12" fmla="*/ 0 h 6858001"/>
              <a:gd name="connsiteX13" fmla="*/ 6858004 w 6858004"/>
              <a:gd name="connsiteY13" fmla="*/ 0 h 6858001"/>
              <a:gd name="connsiteX14" fmla="*/ 6858004 w 6858004"/>
              <a:gd name="connsiteY14" fmla="*/ 2226907 h 6858001"/>
              <a:gd name="connsiteX15" fmla="*/ 4631097 w 6858004"/>
              <a:gd name="connsiteY15" fmla="*/ 2226907 h 6858001"/>
              <a:gd name="connsiteX16" fmla="*/ 2315548 w 6858004"/>
              <a:gd name="connsiteY16" fmla="*/ 0 h 6858001"/>
              <a:gd name="connsiteX17" fmla="*/ 4542455 w 6858004"/>
              <a:gd name="connsiteY17" fmla="*/ 0 h 6858001"/>
              <a:gd name="connsiteX18" fmla="*/ 4542455 w 6858004"/>
              <a:gd name="connsiteY18" fmla="*/ 2226907 h 6858001"/>
              <a:gd name="connsiteX19" fmla="*/ 2315548 w 6858004"/>
              <a:gd name="connsiteY19" fmla="*/ 2226907 h 6858001"/>
              <a:gd name="connsiteX20" fmla="*/ 0 w 6858004"/>
              <a:gd name="connsiteY20" fmla="*/ 0 h 6858001"/>
              <a:gd name="connsiteX21" fmla="*/ 2226907 w 6858004"/>
              <a:gd name="connsiteY21" fmla="*/ 0 h 6858001"/>
              <a:gd name="connsiteX22" fmla="*/ 2226907 w 6858004"/>
              <a:gd name="connsiteY22" fmla="*/ 2226907 h 6858001"/>
              <a:gd name="connsiteX23" fmla="*/ 0 w 6858004"/>
              <a:gd name="connsiteY23" fmla="*/ 22269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858004" h="6858001">
                <a:moveTo>
                  <a:pt x="0" y="4631094"/>
                </a:moveTo>
                <a:lnTo>
                  <a:pt x="2226907" y="4631094"/>
                </a:lnTo>
                <a:lnTo>
                  <a:pt x="2226907" y="6858001"/>
                </a:lnTo>
                <a:lnTo>
                  <a:pt x="0" y="6858001"/>
                </a:lnTo>
                <a:close/>
                <a:moveTo>
                  <a:pt x="2315548" y="2315547"/>
                </a:moveTo>
                <a:lnTo>
                  <a:pt x="4542455" y="2315547"/>
                </a:lnTo>
                <a:lnTo>
                  <a:pt x="4542455" y="4542454"/>
                </a:lnTo>
                <a:lnTo>
                  <a:pt x="2315548" y="4542454"/>
                </a:lnTo>
                <a:close/>
                <a:moveTo>
                  <a:pt x="0" y="2315547"/>
                </a:moveTo>
                <a:lnTo>
                  <a:pt x="2226907" y="2315547"/>
                </a:lnTo>
                <a:lnTo>
                  <a:pt x="2226907" y="4542454"/>
                </a:lnTo>
                <a:lnTo>
                  <a:pt x="0" y="4542454"/>
                </a:lnTo>
                <a:close/>
                <a:moveTo>
                  <a:pt x="4631097" y="0"/>
                </a:moveTo>
                <a:lnTo>
                  <a:pt x="6858004" y="0"/>
                </a:lnTo>
                <a:lnTo>
                  <a:pt x="6858004" y="2226907"/>
                </a:lnTo>
                <a:lnTo>
                  <a:pt x="4631097" y="2226907"/>
                </a:lnTo>
                <a:close/>
                <a:moveTo>
                  <a:pt x="2315548" y="0"/>
                </a:moveTo>
                <a:lnTo>
                  <a:pt x="4542455" y="0"/>
                </a:lnTo>
                <a:lnTo>
                  <a:pt x="4542455" y="2226907"/>
                </a:lnTo>
                <a:lnTo>
                  <a:pt x="2315548" y="2226907"/>
                </a:lnTo>
                <a:close/>
                <a:moveTo>
                  <a:pt x="0" y="0"/>
                </a:moveTo>
                <a:lnTo>
                  <a:pt x="2226907" y="0"/>
                </a:lnTo>
                <a:lnTo>
                  <a:pt x="2226907" y="2226907"/>
                </a:lnTo>
                <a:lnTo>
                  <a:pt x="0" y="2226907"/>
                </a:lnTo>
                <a:close/>
              </a:path>
            </a:pathLst>
          </a:custGeom>
          <a:pattFill prst="pct5">
            <a:fgClr>
              <a:schemeClr val="bg1"/>
            </a:fgClr>
            <a:bgClr>
              <a:srgbClr val="68CBFF"/>
            </a:bgClr>
          </a:pattFill>
        </p:spPr>
        <p:txBody>
          <a:bodyPr wrap="square">
            <a:noAutofit/>
          </a:bodyPr>
          <a:lstStyle/>
          <a:p>
            <a:endParaRPr lang="en-US"/>
          </a:p>
        </p:txBody>
      </p:sp>
    </p:spTree>
    <p:extLst>
      <p:ext uri="{BB962C8B-B14F-4D97-AF65-F5344CB8AC3E}">
        <p14:creationId xmlns:p14="http://schemas.microsoft.com/office/powerpoint/2010/main" val="4168976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Title &amp; Subtitle copy">
    <p:spTree>
      <p:nvGrpSpPr>
        <p:cNvPr id="1" name=""/>
        <p:cNvGrpSpPr/>
        <p:nvPr/>
      </p:nvGrpSpPr>
      <p:grpSpPr>
        <a:xfrm>
          <a:off x="0" y="0"/>
          <a:ext cx="0" cy="0"/>
          <a:chOff x="0" y="0"/>
          <a:chExt cx="0" cy="0"/>
        </a:xfrm>
      </p:grpSpPr>
      <p:sp>
        <p:nvSpPr>
          <p:cNvPr id="24" name="Shape 24"/>
          <p:cNvSpPr>
            <a:spLocks noGrp="1"/>
          </p:cNvSpPr>
          <p:nvPr>
            <p:ph type="title"/>
          </p:nvPr>
        </p:nvSpPr>
        <p:spPr>
          <a:prstGeom prst="rect">
            <a:avLst/>
          </a:prstGeom>
        </p:spPr>
        <p:txBody>
          <a:bodyPr/>
          <a:lstStyle/>
          <a:p>
            <a:r>
              <a:t>Title Text</a:t>
            </a:r>
          </a:p>
        </p:txBody>
      </p:sp>
      <p:sp>
        <p:nvSpPr>
          <p:cNvPr id="25" name="Shape 25"/>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 name="Shape 26"/>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232199665"/>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a:xfrm>
            <a:off x="838200" y="6356352"/>
            <a:ext cx="2743200" cy="365125"/>
          </a:xfrm>
          <a:prstGeom prst="rect">
            <a:avLst/>
          </a:prstGeom>
        </p:spPr>
        <p:txBody>
          <a:bodyPr/>
          <a:lstStyle/>
          <a:p>
            <a:endParaRPr lang="ru-RU"/>
          </a:p>
        </p:txBody>
      </p:sp>
      <p:sp>
        <p:nvSpPr>
          <p:cNvPr id="3" name="Нижний колонтитул 2"/>
          <p:cNvSpPr>
            <a:spLocks noGrp="1"/>
          </p:cNvSpPr>
          <p:nvPr>
            <p:ph type="ftr" sz="quarter" idx="11"/>
          </p:nvPr>
        </p:nvSpPr>
        <p:spPr>
          <a:xfrm>
            <a:off x="4038600" y="6356352"/>
            <a:ext cx="4114800" cy="365125"/>
          </a:xfrm>
          <a:prstGeom prst="rect">
            <a:avLst/>
          </a:prstGeom>
        </p:spPr>
        <p:txBody>
          <a:bodyPr/>
          <a:lstStyle/>
          <a:p>
            <a:endParaRPr lang="ru-RU"/>
          </a:p>
        </p:txBody>
      </p:sp>
      <p:sp>
        <p:nvSpPr>
          <p:cNvPr id="4" name="Номер слайда 3"/>
          <p:cNvSpPr>
            <a:spLocks noGrp="1"/>
          </p:cNvSpPr>
          <p:nvPr>
            <p:ph type="sldNum" sz="quarter" idx="12"/>
          </p:nvPr>
        </p:nvSpPr>
        <p:spPr>
          <a:xfrm>
            <a:off x="8610600" y="6356352"/>
            <a:ext cx="2743200" cy="365125"/>
          </a:xfrm>
          <a:prstGeom prst="rect">
            <a:avLst/>
          </a:prstGeom>
        </p:spPr>
        <p:txBody>
          <a:bodyPr/>
          <a:lstStyle/>
          <a:p>
            <a:fld id="{A847F15F-D185-4FDD-B813-3D4CBDD37B02}" type="slidenum">
              <a:rPr lang="ru-RU" smtClean="0"/>
              <a:t>‹#›</a:t>
            </a:fld>
            <a:endParaRPr lang="ru-RU"/>
          </a:p>
        </p:txBody>
      </p:sp>
    </p:spTree>
    <p:extLst>
      <p:ext uri="{BB962C8B-B14F-4D97-AF65-F5344CB8AC3E}">
        <p14:creationId xmlns:p14="http://schemas.microsoft.com/office/powerpoint/2010/main" val="40110092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473420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9"/>
        <p:cNvGrpSpPr/>
        <p:nvPr/>
      </p:nvGrpSpPr>
      <p:grpSpPr>
        <a:xfrm>
          <a:off x="0" y="0"/>
          <a:ext cx="0" cy="0"/>
          <a:chOff x="0" y="0"/>
          <a:chExt cx="0" cy="0"/>
        </a:xfrm>
      </p:grpSpPr>
      <p:sp>
        <p:nvSpPr>
          <p:cNvPr id="3" name="Shape 10"/>
          <p:cNvSpPr>
            <a:spLocks noChangeArrowheads="1"/>
          </p:cNvSpPr>
          <p:nvPr/>
        </p:nvSpPr>
        <p:spPr bwMode="auto">
          <a:xfrm rot="10800000">
            <a:off x="0" y="5541434"/>
            <a:ext cx="12192000" cy="370417"/>
          </a:xfrm>
          <a:prstGeom prst="rect">
            <a:avLst/>
          </a:prstGeom>
          <a:solidFill>
            <a:srgbClr val="000000">
              <a:alpha val="352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nchor="ct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1219170" rtl="0" eaLnBrk="1" fontAlgn="base" latinLnBrk="0" hangingPunct="1">
              <a:lnSpc>
                <a:spcPct val="100000"/>
              </a:lnSpc>
              <a:spcBef>
                <a:spcPct val="0"/>
              </a:spcBef>
              <a:spcAft>
                <a:spcPct val="0"/>
              </a:spcAft>
              <a:buClrTx/>
              <a:buSzTx/>
              <a:buFontTx/>
              <a:buNone/>
              <a:tabLst/>
              <a:defRPr/>
            </a:pPr>
            <a:endParaRPr kumimoji="0" lang="ru-RU" altLang="ru-RU" sz="1867"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4" name="Shape 11"/>
          <p:cNvSpPr>
            <a:spLocks noChangeArrowheads="1"/>
          </p:cNvSpPr>
          <p:nvPr/>
        </p:nvSpPr>
        <p:spPr bwMode="auto">
          <a:xfrm flipH="1">
            <a:off x="0" y="1"/>
            <a:ext cx="12192000" cy="5541433"/>
          </a:xfrm>
          <a:prstGeom prst="rect">
            <a:avLst/>
          </a:prstGeom>
          <a:solidFill>
            <a:srgbClr val="0052A4"/>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nchor="ct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1219170" rtl="0" eaLnBrk="1" fontAlgn="base" latinLnBrk="0" hangingPunct="1">
              <a:lnSpc>
                <a:spcPct val="100000"/>
              </a:lnSpc>
              <a:spcBef>
                <a:spcPct val="0"/>
              </a:spcBef>
              <a:spcAft>
                <a:spcPct val="0"/>
              </a:spcAft>
              <a:buClrTx/>
              <a:buSzTx/>
              <a:buFontTx/>
              <a:buNone/>
              <a:tabLst/>
              <a:defRPr/>
            </a:pPr>
            <a:endParaRPr kumimoji="0" lang="ru-RU" altLang="ru-RU" sz="1867"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2" name="Shape 12"/>
          <p:cNvSpPr txBox="1">
            <a:spLocks noGrp="1"/>
          </p:cNvSpPr>
          <p:nvPr>
            <p:ph type="ctrTitle"/>
          </p:nvPr>
        </p:nvSpPr>
        <p:spPr>
          <a:xfrm>
            <a:off x="914401" y="963426"/>
            <a:ext cx="11038876" cy="3949941"/>
          </a:xfrm>
          <a:prstGeom prst="rect">
            <a:avLst/>
          </a:prstGeom>
        </p:spPr>
        <p:txBody>
          <a:bodyPr/>
          <a:lstStyle>
            <a:lvl1pPr lvl="0">
              <a:spcBef>
                <a:spcPts val="0"/>
              </a:spcBef>
              <a:buClr>
                <a:srgbClr val="FFFFFF"/>
              </a:buClr>
              <a:buSzPct val="100000"/>
              <a:defRPr sz="8000">
                <a:solidFill>
                  <a:srgbClr val="FFFFFF"/>
                </a:solidFill>
                <a:latin typeface="Calibri" panose="020F0502020204030204" pitchFamily="34" charset="0"/>
                <a:cs typeface="Calibri" panose="020F0502020204030204" pitchFamily="34" charset="0"/>
              </a:defRPr>
            </a:lvl1pPr>
            <a:lvl2pPr lvl="1">
              <a:spcBef>
                <a:spcPts val="0"/>
              </a:spcBef>
              <a:buClr>
                <a:srgbClr val="FFFFFF"/>
              </a:buClr>
              <a:buSzPct val="100000"/>
              <a:defRPr sz="8000">
                <a:solidFill>
                  <a:srgbClr val="FFFFFF"/>
                </a:solidFill>
              </a:defRPr>
            </a:lvl2pPr>
            <a:lvl3pPr lvl="2">
              <a:spcBef>
                <a:spcPts val="0"/>
              </a:spcBef>
              <a:buClr>
                <a:srgbClr val="FFFFFF"/>
              </a:buClr>
              <a:buSzPct val="100000"/>
              <a:defRPr sz="8000">
                <a:solidFill>
                  <a:srgbClr val="FFFFFF"/>
                </a:solidFill>
              </a:defRPr>
            </a:lvl3pPr>
            <a:lvl4pPr lvl="3">
              <a:spcBef>
                <a:spcPts val="0"/>
              </a:spcBef>
              <a:buClr>
                <a:srgbClr val="FFFFFF"/>
              </a:buClr>
              <a:buSzPct val="100000"/>
              <a:defRPr sz="8000">
                <a:solidFill>
                  <a:srgbClr val="FFFFFF"/>
                </a:solidFill>
              </a:defRPr>
            </a:lvl4pPr>
            <a:lvl5pPr lvl="4">
              <a:spcBef>
                <a:spcPts val="0"/>
              </a:spcBef>
              <a:buClr>
                <a:srgbClr val="FFFFFF"/>
              </a:buClr>
              <a:buSzPct val="100000"/>
              <a:defRPr sz="8000">
                <a:solidFill>
                  <a:srgbClr val="FFFFFF"/>
                </a:solidFill>
              </a:defRPr>
            </a:lvl5pPr>
            <a:lvl6pPr lvl="5">
              <a:spcBef>
                <a:spcPts val="0"/>
              </a:spcBef>
              <a:buClr>
                <a:srgbClr val="FFFFFF"/>
              </a:buClr>
              <a:buSzPct val="100000"/>
              <a:defRPr sz="8000">
                <a:solidFill>
                  <a:srgbClr val="FFFFFF"/>
                </a:solidFill>
              </a:defRPr>
            </a:lvl6pPr>
            <a:lvl7pPr lvl="6">
              <a:spcBef>
                <a:spcPts val="0"/>
              </a:spcBef>
              <a:buClr>
                <a:srgbClr val="FFFFFF"/>
              </a:buClr>
              <a:buSzPct val="100000"/>
              <a:defRPr sz="8000">
                <a:solidFill>
                  <a:srgbClr val="FFFFFF"/>
                </a:solidFill>
              </a:defRPr>
            </a:lvl7pPr>
            <a:lvl8pPr lvl="7">
              <a:spcBef>
                <a:spcPts val="0"/>
              </a:spcBef>
              <a:buClr>
                <a:srgbClr val="FFFFFF"/>
              </a:buClr>
              <a:buSzPct val="100000"/>
              <a:defRPr sz="8000">
                <a:solidFill>
                  <a:srgbClr val="FFFFFF"/>
                </a:solidFill>
              </a:defRPr>
            </a:lvl8pPr>
            <a:lvl9pPr lvl="8">
              <a:spcBef>
                <a:spcPts val="0"/>
              </a:spcBef>
              <a:buClr>
                <a:srgbClr val="FFFFFF"/>
              </a:buClr>
              <a:buSzPct val="100000"/>
              <a:defRPr sz="8000">
                <a:solidFill>
                  <a:srgbClr val="FFFFFF"/>
                </a:solidFill>
              </a:defRPr>
            </a:lvl9pPr>
          </a:lstStyle>
          <a:p>
            <a:endParaRPr dirty="0"/>
          </a:p>
        </p:txBody>
      </p:sp>
    </p:spTree>
    <p:extLst>
      <p:ext uri="{BB962C8B-B14F-4D97-AF65-F5344CB8AC3E}">
        <p14:creationId xmlns:p14="http://schemas.microsoft.com/office/powerpoint/2010/main" val="25106521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cSld name="Титульный слайд">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3"/>
          </a:xfrm>
        </p:spPr>
        <p:txBody>
          <a:bodyPr anchor="b">
            <a:noAutofit/>
          </a:bodyPr>
          <a:lstStyle>
            <a:lvl1pPr algn="r">
              <a:defRPr sz="5400">
                <a:solidFill>
                  <a:schemeClr val="accent1"/>
                </a:solidFill>
              </a:defRPr>
            </a:lvl1pPr>
          </a:lstStyle>
          <a:p>
            <a:r>
              <a:rPr lang="ru-RU"/>
              <a:t>Образец заголовка</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pPr defTabSz="1219170" eaLnBrk="0" fontAlgn="base" hangingPunct="0">
              <a:spcBef>
                <a:spcPct val="0"/>
              </a:spcBef>
              <a:spcAft>
                <a:spcPct val="0"/>
              </a:spcAft>
            </a:pPr>
            <a:endParaRPr lang="ru-RU" sz="1867">
              <a:solidFill>
                <a:srgbClr val="000000"/>
              </a:solidFill>
              <a:cs typeface="Arial" panose="020B0604020202020204" pitchFamily="34" charset="0"/>
              <a:sym typeface="Arial" panose="020B0604020202020204" pitchFamily="34" charset="0"/>
            </a:endParaRPr>
          </a:p>
        </p:txBody>
      </p:sp>
      <p:sp>
        <p:nvSpPr>
          <p:cNvPr id="5" name="Footer Placeholder 4"/>
          <p:cNvSpPr>
            <a:spLocks noGrp="1"/>
          </p:cNvSpPr>
          <p:nvPr>
            <p:ph type="ftr" sz="quarter" idx="11"/>
          </p:nvPr>
        </p:nvSpPr>
        <p:spPr/>
        <p:txBody>
          <a:bodyPr/>
          <a:lstStyle/>
          <a:p>
            <a:pPr defTabSz="1219170" eaLnBrk="0" fontAlgn="base" hangingPunct="0">
              <a:spcBef>
                <a:spcPct val="0"/>
              </a:spcBef>
              <a:spcAft>
                <a:spcPct val="0"/>
              </a:spcAft>
            </a:pPr>
            <a:endParaRPr lang="ru-RU" sz="1867">
              <a:solidFill>
                <a:srgbClr val="000000"/>
              </a:solidFill>
              <a:cs typeface="Arial" panose="020B0604020202020204" pitchFamily="34" charset="0"/>
              <a:sym typeface="Arial" panose="020B0604020202020204" pitchFamily="34" charset="0"/>
            </a:endParaRPr>
          </a:p>
        </p:txBody>
      </p:sp>
      <p:sp>
        <p:nvSpPr>
          <p:cNvPr id="6" name="Slide Number Placeholder 5"/>
          <p:cNvSpPr>
            <a:spLocks noGrp="1"/>
          </p:cNvSpPr>
          <p:nvPr>
            <p:ph type="sldNum" sz="quarter" idx="12"/>
          </p:nvPr>
        </p:nvSpPr>
        <p:spPr/>
        <p:txBody>
          <a:bodyPr/>
          <a:lstStyle/>
          <a:p>
            <a:pPr defTabSz="1219170" fontAlgn="base">
              <a:spcBef>
                <a:spcPct val="0"/>
              </a:spcBef>
              <a:spcAft>
                <a:spcPct val="0"/>
              </a:spcAft>
            </a:pPr>
            <a:fld id="{4406482D-1796-4CD4-8EC9-466D0D103539}" type="slidenum">
              <a:rPr lang="ru-RU" smtClean="0"/>
              <a:pPr defTabSz="1219170" fontAlgn="base">
                <a:spcBef>
                  <a:spcPct val="0"/>
                </a:spcBef>
                <a:spcAft>
                  <a:spcPct val="0"/>
                </a:spcAft>
              </a:pPr>
              <a:t>‹#›</a:t>
            </a:fld>
            <a:endParaRPr lang="ru-RU"/>
          </a:p>
        </p:txBody>
      </p:sp>
    </p:spTree>
    <p:extLst>
      <p:ext uri="{BB962C8B-B14F-4D97-AF65-F5344CB8AC3E}">
        <p14:creationId xmlns:p14="http://schemas.microsoft.com/office/powerpoint/2010/main" val="3079368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Quote">
    <p:spTree>
      <p:nvGrpSpPr>
        <p:cNvPr id="1" name="Shape 19"/>
        <p:cNvGrpSpPr/>
        <p:nvPr/>
      </p:nvGrpSpPr>
      <p:grpSpPr>
        <a:xfrm>
          <a:off x="0" y="0"/>
          <a:ext cx="0" cy="0"/>
          <a:chOff x="0" y="0"/>
          <a:chExt cx="0" cy="0"/>
        </a:xfrm>
      </p:grpSpPr>
      <p:sp>
        <p:nvSpPr>
          <p:cNvPr id="20" name="Shape 20"/>
          <p:cNvSpPr/>
          <p:nvPr/>
        </p:nvSpPr>
        <p:spPr>
          <a:xfrm rot="10800000">
            <a:off x="-200" y="5026432"/>
            <a:ext cx="12192000" cy="916800"/>
          </a:xfrm>
          <a:prstGeom prst="rect">
            <a:avLst/>
          </a:prstGeom>
          <a:solidFill>
            <a:srgbClr val="000000">
              <a:alpha val="3460"/>
            </a:srgbClr>
          </a:solidFill>
          <a:ln>
            <a:noFill/>
          </a:ln>
        </p:spPr>
        <p:txBody>
          <a:bodyPr lIns="121900" tIns="121900" rIns="121900" bIns="121900" anchor="ctr" anchorCtr="0">
            <a:noAutofit/>
          </a:bodyPr>
          <a:lstStyle/>
          <a:p>
            <a:pPr marL="0" marR="0" lvl="0" indent="0" algn="l" defTabSz="1219170" rtl="0" eaLnBrk="0" fontAlgn="base" latinLnBrk="0" hangingPunct="0">
              <a:lnSpc>
                <a:spcPct val="100000"/>
              </a:lnSpc>
              <a:spcBef>
                <a:spcPts val="0"/>
              </a:spcBef>
              <a:spcAft>
                <a:spcPct val="0"/>
              </a:spcAft>
              <a:buClrTx/>
              <a:buSzTx/>
              <a:buFontTx/>
              <a:buNone/>
              <a:tabLst/>
              <a:defRPr/>
            </a:pPr>
            <a:endParaRPr kumimoji="0" sz="1867"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1" name="Shape 21"/>
          <p:cNvSpPr/>
          <p:nvPr/>
        </p:nvSpPr>
        <p:spPr>
          <a:xfrm flipH="1">
            <a:off x="-200" y="0"/>
            <a:ext cx="12192000" cy="5026400"/>
          </a:xfrm>
          <a:prstGeom prst="rect">
            <a:avLst/>
          </a:prstGeom>
          <a:solidFill>
            <a:srgbClr val="0052A4"/>
          </a:solidFill>
          <a:ln>
            <a:noFill/>
          </a:ln>
        </p:spPr>
        <p:txBody>
          <a:bodyPr lIns="121900" tIns="121900" rIns="121900" bIns="121900" anchor="ctr" anchorCtr="0">
            <a:noAutofit/>
          </a:bodyPr>
          <a:lstStyle/>
          <a:p>
            <a:pPr marL="0" marR="0" lvl="0" indent="0" algn="l" defTabSz="1219170" rtl="0" eaLnBrk="0" fontAlgn="base" latinLnBrk="0" hangingPunct="0">
              <a:lnSpc>
                <a:spcPct val="100000"/>
              </a:lnSpc>
              <a:spcBef>
                <a:spcPts val="0"/>
              </a:spcBef>
              <a:spcAft>
                <a:spcPct val="0"/>
              </a:spcAft>
              <a:buClrTx/>
              <a:buSzTx/>
              <a:buFontTx/>
              <a:buNone/>
              <a:tabLst/>
              <a:defRPr/>
            </a:pPr>
            <a:endParaRPr kumimoji="0" sz="1867"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2" name="Shape 22"/>
          <p:cNvSpPr txBox="1">
            <a:spLocks noGrp="1"/>
          </p:cNvSpPr>
          <p:nvPr>
            <p:ph type="body" idx="1"/>
          </p:nvPr>
        </p:nvSpPr>
        <p:spPr>
          <a:xfrm>
            <a:off x="2155301" y="0"/>
            <a:ext cx="7881199" cy="5026400"/>
          </a:xfrm>
          <a:prstGeom prst="rect">
            <a:avLst/>
          </a:prstGeom>
        </p:spPr>
        <p:txBody>
          <a:bodyPr lIns="91425" tIns="91425" rIns="91425" bIns="91425" anchor="ctr" anchorCtr="0"/>
          <a:lstStyle>
            <a:lvl1pPr lvl="0" algn="ctr" rtl="0">
              <a:spcBef>
                <a:spcPts val="0"/>
              </a:spcBef>
              <a:buClr>
                <a:srgbClr val="FFFFFF"/>
              </a:buClr>
              <a:defRPr i="1">
                <a:solidFill>
                  <a:srgbClr val="FFFFFF"/>
                </a:solidFill>
                <a:latin typeface="Calibri" panose="020F0502020204030204" pitchFamily="34" charset="0"/>
                <a:cs typeface="Calibri" panose="020F0502020204030204" pitchFamily="34" charset="0"/>
              </a:defRPr>
            </a:lvl1pPr>
            <a:lvl2pPr lvl="1" algn="ctr" rtl="0">
              <a:spcBef>
                <a:spcPts val="0"/>
              </a:spcBef>
              <a:buClr>
                <a:srgbClr val="FFFFFF"/>
              </a:buClr>
              <a:defRPr i="1">
                <a:solidFill>
                  <a:srgbClr val="FFFFFF"/>
                </a:solidFill>
              </a:defRPr>
            </a:lvl2pPr>
            <a:lvl3pPr lvl="2" algn="ctr" rtl="0">
              <a:spcBef>
                <a:spcPts val="0"/>
              </a:spcBef>
              <a:buClr>
                <a:srgbClr val="FFFFFF"/>
              </a:buClr>
              <a:defRPr i="1">
                <a:solidFill>
                  <a:srgbClr val="FFFFFF"/>
                </a:solidFill>
              </a:defRPr>
            </a:lvl3pPr>
            <a:lvl4pPr lvl="3" algn="ctr" rtl="0">
              <a:spcBef>
                <a:spcPts val="0"/>
              </a:spcBef>
              <a:buClr>
                <a:srgbClr val="FFFFFF"/>
              </a:buClr>
              <a:defRPr i="1">
                <a:solidFill>
                  <a:srgbClr val="FFFFFF"/>
                </a:solidFill>
              </a:defRPr>
            </a:lvl4pPr>
            <a:lvl5pPr lvl="4" algn="ctr" rtl="0">
              <a:spcBef>
                <a:spcPts val="0"/>
              </a:spcBef>
              <a:buClr>
                <a:srgbClr val="FFFFFF"/>
              </a:buClr>
              <a:defRPr i="1">
                <a:solidFill>
                  <a:srgbClr val="FFFFFF"/>
                </a:solidFill>
              </a:defRPr>
            </a:lvl5pPr>
            <a:lvl6pPr lvl="5" algn="ctr" rtl="0">
              <a:spcBef>
                <a:spcPts val="0"/>
              </a:spcBef>
              <a:buClr>
                <a:srgbClr val="FFFFFF"/>
              </a:buClr>
              <a:defRPr i="1">
                <a:solidFill>
                  <a:srgbClr val="FFFFFF"/>
                </a:solidFill>
              </a:defRPr>
            </a:lvl6pPr>
            <a:lvl7pPr lvl="6" algn="ctr" rtl="0">
              <a:spcBef>
                <a:spcPts val="0"/>
              </a:spcBef>
              <a:buClr>
                <a:srgbClr val="FFFFFF"/>
              </a:buClr>
              <a:defRPr i="1">
                <a:solidFill>
                  <a:srgbClr val="FFFFFF"/>
                </a:solidFill>
              </a:defRPr>
            </a:lvl7pPr>
            <a:lvl8pPr lvl="7" algn="ctr" rtl="0">
              <a:spcBef>
                <a:spcPts val="0"/>
              </a:spcBef>
              <a:buClr>
                <a:srgbClr val="FFFFFF"/>
              </a:buClr>
              <a:defRPr i="1">
                <a:solidFill>
                  <a:srgbClr val="FFFFFF"/>
                </a:solidFill>
              </a:defRPr>
            </a:lvl8pPr>
            <a:lvl9pPr lvl="8" algn="ctr">
              <a:spcBef>
                <a:spcPts val="0"/>
              </a:spcBef>
              <a:buClr>
                <a:srgbClr val="FFFFFF"/>
              </a:buClr>
              <a:defRPr i="1">
                <a:solidFill>
                  <a:srgbClr val="FFFFFF"/>
                </a:solidFill>
              </a:defRPr>
            </a:lvl9pPr>
          </a:lstStyle>
          <a:p>
            <a:endParaRPr dirty="0"/>
          </a:p>
        </p:txBody>
      </p:sp>
      <p:sp>
        <p:nvSpPr>
          <p:cNvPr id="24" name="Shape 24"/>
          <p:cNvSpPr txBox="1">
            <a:spLocks noGrp="1"/>
          </p:cNvSpPr>
          <p:nvPr>
            <p:ph type="sldNum" idx="12"/>
          </p:nvPr>
        </p:nvSpPr>
        <p:spPr>
          <a:xfrm>
            <a:off x="-100" y="4331144"/>
            <a:ext cx="892799" cy="1612089"/>
          </a:xfrm>
          <a:prstGeom prst="rect">
            <a:avLst/>
          </a:prstGeom>
        </p:spPr>
        <p:txBody>
          <a:bodyPr lIns="91425" tIns="91425" rIns="91425" bIns="91425" anchor="b" anchorCtr="0">
            <a:noAutofit/>
          </a:bodyPr>
          <a:lstStyle>
            <a:lvl1pPr algn="ctr">
              <a:defRPr sz="5333" b="1">
                <a:solidFill>
                  <a:srgbClr val="0052A4"/>
                </a:solidFill>
                <a:latin typeface="a_EmpirialNr" panose="04050302050B02020204" pitchFamily="82" charset="-52"/>
                <a:cs typeface="Calibri" panose="020F0502020204030204" pitchFamily="34" charset="0"/>
              </a:defRPr>
            </a:lvl1pPr>
          </a:lstStyle>
          <a:p>
            <a:pPr defTabSz="1219170" fontAlgn="base">
              <a:spcBef>
                <a:spcPct val="0"/>
              </a:spcBef>
              <a:spcAft>
                <a:spcPct val="0"/>
              </a:spcAft>
            </a:pPr>
            <a:fld id="{00000000-1234-1234-1234-123412341234}" type="slidenum">
              <a:rPr lang="en" smtClean="0"/>
              <a:pPr defTabSz="1219170" fontAlgn="base">
                <a:spcBef>
                  <a:spcPct val="0"/>
                </a:spcBef>
                <a:spcAft>
                  <a:spcPct val="0"/>
                </a:spcAft>
              </a:pPr>
              <a:t>‹#›</a:t>
            </a:fld>
            <a:endParaRPr lang="en" dirty="0"/>
          </a:p>
        </p:txBody>
      </p:sp>
    </p:spTree>
    <p:extLst>
      <p:ext uri="{BB962C8B-B14F-4D97-AF65-F5344CB8AC3E}">
        <p14:creationId xmlns:p14="http://schemas.microsoft.com/office/powerpoint/2010/main" val="2264875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9798DA06-64B5-4510-A27E-BE7B3BC57033}"/>
              </a:ext>
            </a:extLst>
          </p:cNvPr>
          <p:cNvSpPr>
            <a:spLocks noGrp="1"/>
          </p:cNvSpPr>
          <p:nvPr>
            <p:ph type="dt" sz="half" idx="10"/>
          </p:nvPr>
        </p:nvSpPr>
        <p:spPr>
          <a:xfrm>
            <a:off x="838200" y="6356351"/>
            <a:ext cx="2743200" cy="365125"/>
          </a:xfrm>
          <a:prstGeom prst="rect">
            <a:avLst/>
          </a:prstGeom>
        </p:spPr>
        <p:txBody>
          <a:bodyPr lIns="68580" tIns="34290" rIns="68580" bIns="34290"/>
          <a:lstStyle/>
          <a:p>
            <a:pPr defTabSz="1219170" eaLnBrk="0" fontAlgn="base" hangingPunct="0">
              <a:spcBef>
                <a:spcPct val="0"/>
              </a:spcBef>
              <a:spcAft>
                <a:spcPct val="0"/>
              </a:spcAft>
            </a:pPr>
            <a:fld id="{350CA107-8654-43C3-BF7C-DB81E0A9004F}" type="datetimeFigureOut">
              <a:rPr lang="ru-RU" sz="1867" smtClean="0">
                <a:solidFill>
                  <a:srgbClr val="000000"/>
                </a:solidFill>
                <a:cs typeface="Arial" panose="020B0604020202020204" pitchFamily="34" charset="0"/>
                <a:sym typeface="Arial" panose="020B0604020202020204" pitchFamily="34" charset="0"/>
              </a:rPr>
              <a:pPr defTabSz="1219170" eaLnBrk="0" fontAlgn="base" hangingPunct="0">
                <a:spcBef>
                  <a:spcPct val="0"/>
                </a:spcBef>
                <a:spcAft>
                  <a:spcPct val="0"/>
                </a:spcAft>
              </a:pPr>
              <a:t>02.06.2026</a:t>
            </a:fld>
            <a:endParaRPr lang="ru-RU" sz="1867">
              <a:solidFill>
                <a:srgbClr val="000000"/>
              </a:solidFill>
              <a:cs typeface="Arial" panose="020B0604020202020204" pitchFamily="34" charset="0"/>
              <a:sym typeface="Arial" panose="020B0604020202020204" pitchFamily="34" charset="0"/>
            </a:endParaRPr>
          </a:p>
        </p:txBody>
      </p:sp>
      <p:sp>
        <p:nvSpPr>
          <p:cNvPr id="3" name="Нижний колонтитул 2">
            <a:extLst>
              <a:ext uri="{FF2B5EF4-FFF2-40B4-BE49-F238E27FC236}">
                <a16:creationId xmlns:a16="http://schemas.microsoft.com/office/drawing/2014/main" id="{0A58C18A-6119-4890-A99B-6AEF6E5A0C4A}"/>
              </a:ext>
            </a:extLst>
          </p:cNvPr>
          <p:cNvSpPr>
            <a:spLocks noGrp="1"/>
          </p:cNvSpPr>
          <p:nvPr>
            <p:ph type="ftr" sz="quarter" idx="11"/>
          </p:nvPr>
        </p:nvSpPr>
        <p:spPr>
          <a:xfrm>
            <a:off x="4038600" y="6356351"/>
            <a:ext cx="4114800" cy="365125"/>
          </a:xfrm>
          <a:prstGeom prst="rect">
            <a:avLst/>
          </a:prstGeom>
        </p:spPr>
        <p:txBody>
          <a:bodyPr lIns="68580" tIns="34290" rIns="68580" bIns="34290"/>
          <a:lstStyle/>
          <a:p>
            <a:pPr defTabSz="1219170" eaLnBrk="0" fontAlgn="base" hangingPunct="0">
              <a:spcBef>
                <a:spcPct val="0"/>
              </a:spcBef>
              <a:spcAft>
                <a:spcPct val="0"/>
              </a:spcAft>
            </a:pPr>
            <a:endParaRPr lang="ru-RU" sz="1867">
              <a:solidFill>
                <a:srgbClr val="000000"/>
              </a:solidFill>
              <a:cs typeface="Arial" panose="020B0604020202020204" pitchFamily="34" charset="0"/>
              <a:sym typeface="Arial" panose="020B0604020202020204" pitchFamily="34" charset="0"/>
            </a:endParaRPr>
          </a:p>
        </p:txBody>
      </p:sp>
      <p:sp>
        <p:nvSpPr>
          <p:cNvPr id="4" name="Номер слайда 3">
            <a:extLst>
              <a:ext uri="{FF2B5EF4-FFF2-40B4-BE49-F238E27FC236}">
                <a16:creationId xmlns:a16="http://schemas.microsoft.com/office/drawing/2014/main" id="{18A9E183-1F9C-4A45-93C6-002A250AD63C}"/>
              </a:ext>
            </a:extLst>
          </p:cNvPr>
          <p:cNvSpPr>
            <a:spLocks noGrp="1"/>
          </p:cNvSpPr>
          <p:nvPr>
            <p:ph type="sldNum" sz="quarter" idx="12"/>
          </p:nvPr>
        </p:nvSpPr>
        <p:spPr/>
        <p:txBody>
          <a:bodyPr/>
          <a:lstStyle/>
          <a:p>
            <a:pPr defTabSz="1219170" fontAlgn="base">
              <a:spcBef>
                <a:spcPct val="0"/>
              </a:spcBef>
              <a:spcAft>
                <a:spcPct val="0"/>
              </a:spcAft>
            </a:pPr>
            <a:fld id="{947255F7-023C-4A29-AED4-3CBE049975C8}" type="slidenum">
              <a:rPr lang="ru-RU" smtClean="0"/>
              <a:pPr defTabSz="1219170" fontAlgn="base">
                <a:spcBef>
                  <a:spcPct val="0"/>
                </a:spcBef>
                <a:spcAft>
                  <a:spcPct val="0"/>
                </a:spcAft>
              </a:pPr>
              <a:t>‹#›</a:t>
            </a:fld>
            <a:endParaRPr lang="ru-RU"/>
          </a:p>
        </p:txBody>
      </p:sp>
    </p:spTree>
    <p:extLst>
      <p:ext uri="{BB962C8B-B14F-4D97-AF65-F5344CB8AC3E}">
        <p14:creationId xmlns:p14="http://schemas.microsoft.com/office/powerpoint/2010/main" val="2483800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1_Заголовок и объект">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F4459DED-C11A-4511-A847-493005395558}"/>
              </a:ext>
            </a:extLst>
          </p:cNvPr>
          <p:cNvSpPr/>
          <p:nvPr userDrawn="1"/>
        </p:nvSpPr>
        <p:spPr>
          <a:xfrm>
            <a:off x="0" y="1"/>
            <a:ext cx="12192000" cy="1825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ru-RU" sz="1867" b="0" i="0" u="none" strike="noStrike" kern="1200" cap="none" spc="0" normalizeH="0" baseline="0" noProof="0">
              <a:ln>
                <a:noFill/>
              </a:ln>
              <a:solidFill>
                <a:srgbClr val="FFFFFF"/>
              </a:solidFill>
              <a:effectLst/>
              <a:uLnTx/>
              <a:uFillTx/>
              <a:latin typeface="Arial"/>
              <a:ea typeface="+mn-ea"/>
              <a:cs typeface="+mn-cs"/>
              <a:sym typeface="Arial" panose="020B0604020202020204" pitchFamily="34" charset="0"/>
            </a:endParaRPr>
          </a:p>
        </p:txBody>
      </p:sp>
      <p:sp>
        <p:nvSpPr>
          <p:cNvPr id="2" name="Заголовок 1">
            <a:extLst>
              <a:ext uri="{FF2B5EF4-FFF2-40B4-BE49-F238E27FC236}">
                <a16:creationId xmlns:a16="http://schemas.microsoft.com/office/drawing/2014/main" id="{ECB541E7-5B4D-43E5-8F59-EBDE70BC7319}"/>
              </a:ext>
            </a:extLst>
          </p:cNvPr>
          <p:cNvSpPr>
            <a:spLocks noGrp="1"/>
          </p:cNvSpPr>
          <p:nvPr>
            <p:ph type="title"/>
          </p:nvPr>
        </p:nvSpPr>
        <p:spPr/>
        <p:txBody>
          <a:bodyPr/>
          <a:lstStyle>
            <a:lvl1pPr>
              <a:defRPr>
                <a:solidFill>
                  <a:schemeClr val="bg1"/>
                </a:solidFill>
              </a:defRPr>
            </a:lvl1pPr>
          </a:lstStyle>
          <a:p>
            <a:r>
              <a:rPr lang="ru-RU" dirty="0"/>
              <a:t>Образец заголовка</a:t>
            </a:r>
          </a:p>
        </p:txBody>
      </p:sp>
      <p:sp>
        <p:nvSpPr>
          <p:cNvPr id="3" name="Объект 2">
            <a:extLst>
              <a:ext uri="{FF2B5EF4-FFF2-40B4-BE49-F238E27FC236}">
                <a16:creationId xmlns:a16="http://schemas.microsoft.com/office/drawing/2014/main" id="{92081C85-17C3-4494-ADC5-41279F506428}"/>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8" name="Прямоугольник 7">
            <a:extLst>
              <a:ext uri="{FF2B5EF4-FFF2-40B4-BE49-F238E27FC236}">
                <a16:creationId xmlns:a16="http://schemas.microsoft.com/office/drawing/2014/main" id="{5FDFDBC3-9040-454D-921A-8EFEBEB7EFAE}"/>
              </a:ext>
            </a:extLst>
          </p:cNvPr>
          <p:cNvSpPr/>
          <p:nvPr userDrawn="1"/>
        </p:nvSpPr>
        <p:spPr>
          <a:xfrm>
            <a:off x="0" y="6492876"/>
            <a:ext cx="12192000" cy="365125"/>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ru-RU" sz="1867" b="0" i="0" u="none" strike="noStrike" kern="1200" cap="none" spc="0" normalizeH="0" baseline="0" noProof="0" dirty="0">
              <a:ln>
                <a:noFill/>
              </a:ln>
              <a:solidFill>
                <a:srgbClr val="8BAB42"/>
              </a:solidFill>
              <a:effectLst/>
              <a:uLnTx/>
              <a:uFillTx/>
              <a:latin typeface="Arial"/>
              <a:ea typeface="+mn-ea"/>
              <a:cs typeface="+mn-cs"/>
              <a:sym typeface="Arial" panose="020B0604020202020204" pitchFamily="34" charset="0"/>
            </a:endParaRPr>
          </a:p>
        </p:txBody>
      </p:sp>
    </p:spTree>
    <p:extLst>
      <p:ext uri="{BB962C8B-B14F-4D97-AF65-F5344CB8AC3E}">
        <p14:creationId xmlns:p14="http://schemas.microsoft.com/office/powerpoint/2010/main" val="2235619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5" Type="http://schemas.openxmlformats.org/officeDocument/2006/relationships/slideLayout" Target="../slideLayouts/slideLayout32.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43532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2" r:id="rId23"/>
    <p:sldLayoutId id="2147483671" r:id="rId24"/>
    <p:sldLayoutId id="2147483673" r:id="rId25"/>
    <p:sldLayoutId id="2147483691" r:id="rId26"/>
    <p:sldLayoutId id="2147483742" r:id="rId27"/>
  </p:sldLayoutIdLst>
  <p:hf sldNum="0" hdr="0" ftr="0" dt="0"/>
  <p:txStyles>
    <p:titleStyle>
      <a:lvl1pPr algn="l" defTabSz="914400" rtl="0" eaLnBrk="1" latinLnBrk="0" hangingPunct="1">
        <a:lnSpc>
          <a:spcPct val="90000"/>
        </a:lnSpc>
        <a:spcBef>
          <a:spcPct val="0"/>
        </a:spcBef>
        <a:buNone/>
        <a:defRPr sz="12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Shape 6"/>
          <p:cNvSpPr txBox="1">
            <a:spLocks noGrp="1"/>
          </p:cNvSpPr>
          <p:nvPr>
            <p:ph type="title"/>
          </p:nvPr>
        </p:nvSpPr>
        <p:spPr bwMode="auto">
          <a:xfrm>
            <a:off x="1126067" y="8467"/>
            <a:ext cx="4737100" cy="1519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ru-RU" altLang="ru-RU">
              <a:sym typeface="Arial" panose="020B0604020202020204" pitchFamily="34" charset="0"/>
            </a:endParaRPr>
          </a:p>
        </p:txBody>
      </p:sp>
      <p:sp>
        <p:nvSpPr>
          <p:cNvPr id="1027" name="Shape 7"/>
          <p:cNvSpPr txBox="1">
            <a:spLocks noGrp="1"/>
          </p:cNvSpPr>
          <p:nvPr>
            <p:ph type="body" idx="1"/>
          </p:nvPr>
        </p:nvSpPr>
        <p:spPr bwMode="auto">
          <a:xfrm>
            <a:off x="1126067" y="2051051"/>
            <a:ext cx="6891867" cy="4516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ru-RU" altLang="ru-RU">
              <a:sym typeface="Arial" panose="020B0604020202020204" pitchFamily="34" charset="0"/>
            </a:endParaRPr>
          </a:p>
        </p:txBody>
      </p:sp>
      <p:sp>
        <p:nvSpPr>
          <p:cNvPr id="1028" name="Shape 8"/>
          <p:cNvSpPr txBox="1">
            <a:spLocks noGrp="1"/>
          </p:cNvSpPr>
          <p:nvPr>
            <p:ph type="sldNum" idx="12"/>
          </p:nvPr>
        </p:nvSpPr>
        <p:spPr bwMode="auto">
          <a:xfrm>
            <a:off x="1" y="1"/>
            <a:ext cx="893233" cy="1519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lvl1pPr algn="ctr" eaLnBrk="1" hangingPunct="1">
              <a:defRPr sz="3200">
                <a:solidFill>
                  <a:srgbClr val="FFFFFF"/>
                </a:solidFill>
                <a:latin typeface="Dosis"/>
                <a:ea typeface="Dosis"/>
                <a:cs typeface="Dosis"/>
                <a:sym typeface="Dosis"/>
              </a:defRPr>
            </a:lvl1pPr>
          </a:lstStyle>
          <a:p>
            <a:pPr defTabSz="1219170" fontAlgn="base">
              <a:spcBef>
                <a:spcPct val="0"/>
              </a:spcBef>
              <a:spcAft>
                <a:spcPct val="0"/>
              </a:spcAft>
              <a:defRPr/>
            </a:pPr>
            <a:fld id="{3F3CF9F6-16E3-456D-B1E8-93B8AD220D37}" type="slidenum">
              <a:rPr lang="ru-RU" altLang="ru-RU" smtClean="0"/>
              <a:pPr defTabSz="1219170" fontAlgn="base">
                <a:spcBef>
                  <a:spcPct val="0"/>
                </a:spcBef>
                <a:spcAft>
                  <a:spcPct val="0"/>
                </a:spcAft>
                <a:defRPr/>
              </a:pPr>
              <a:t>‹#›</a:t>
            </a:fld>
            <a:endParaRPr lang="ru-RU" altLang="ru-RU"/>
          </a:p>
        </p:txBody>
      </p:sp>
    </p:spTree>
    <p:extLst>
      <p:ext uri="{BB962C8B-B14F-4D97-AF65-F5344CB8AC3E}">
        <p14:creationId xmlns:p14="http://schemas.microsoft.com/office/powerpoint/2010/main" val="1624905568"/>
      </p:ext>
    </p:extLst>
  </p:cSld>
  <p:clrMap bg1="lt1" tx1="dk1" bg2="dk2" tx2="lt2" accent1="accent1" accent2="accent2" accent3="accent3" accent4="accent4" accent5="accent5" accent6="accent6" hlink="hlink" folHlink="folHlink"/>
  <p:sldLayoutIdLst>
    <p:sldLayoutId id="2147483744" r:id="rId1"/>
    <p:sldLayoutId id="2147483746" r:id="rId2"/>
    <p:sldLayoutId id="2147483747" r:id="rId3"/>
    <p:sldLayoutId id="2147483748" r:id="rId4"/>
    <p:sldLayoutId id="2147483749" r:id="rId5"/>
  </p:sldLayoutIdLst>
  <p:hf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867">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867">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867">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867">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867">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609585" algn="l" rtl="0" eaLnBrk="0" fontAlgn="base" hangingPunct="0">
        <a:spcBef>
          <a:spcPct val="0"/>
        </a:spcBef>
        <a:spcAft>
          <a:spcPct val="0"/>
        </a:spcAft>
        <a:defRPr sz="1867">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1219170" algn="l" rtl="0" eaLnBrk="0" fontAlgn="base" hangingPunct="0">
        <a:spcBef>
          <a:spcPct val="0"/>
        </a:spcBef>
        <a:spcAft>
          <a:spcPct val="0"/>
        </a:spcAft>
        <a:defRPr sz="1867">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828754" algn="l" rtl="0" eaLnBrk="0" fontAlgn="base" hangingPunct="0">
        <a:spcBef>
          <a:spcPct val="0"/>
        </a:spcBef>
        <a:spcAft>
          <a:spcPct val="0"/>
        </a:spcAft>
        <a:defRPr sz="1867">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2438339" algn="l" rtl="0" eaLnBrk="0" fontAlgn="base" hangingPunct="0">
        <a:spcBef>
          <a:spcPct val="0"/>
        </a:spcBef>
        <a:spcAft>
          <a:spcPct val="0"/>
        </a:spcAft>
        <a:defRPr sz="1867">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defRPr sz="1867">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867">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867">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867">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867">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9.png"/><Relationship Id="rId3" Type="http://schemas.openxmlformats.org/officeDocument/2006/relationships/image" Target="../media/image2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10.png"/><Relationship Id="rId3" Type="http://schemas.openxmlformats.org/officeDocument/2006/relationships/image" Target="../media/image2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11.png"/><Relationship Id="rId3" Type="http://schemas.openxmlformats.org/officeDocument/2006/relationships/image" Target="../media/image2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12.png"/><Relationship Id="rId3" Type="http://schemas.openxmlformats.org/officeDocument/2006/relationships/image" Target="../media/image2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13.png"/><Relationship Id="rId3" Type="http://schemas.openxmlformats.org/officeDocument/2006/relationships/image" Target="../media/image2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14.png"/><Relationship Id="rId3" Type="http://schemas.openxmlformats.org/officeDocument/2006/relationships/image" Target="../media/image3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15.png"/><Relationship Id="rId3" Type="http://schemas.openxmlformats.org/officeDocument/2006/relationships/image" Target="../media/image3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15.png"/><Relationship Id="rId3" Type="http://schemas.openxmlformats.org/officeDocument/2006/relationships/image" Target="../media/image3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16.png"/><Relationship Id="rId3" Type="http://schemas.openxmlformats.org/officeDocument/2006/relationships/image" Target="../media/image3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jpeg"/><Relationship Id="rId5" Type="http://schemas.openxmlformats.org/officeDocument/2006/relationships/image" Target="../media/image20.png"/><Relationship Id="rId6" Type="http://schemas.openxmlformats.org/officeDocument/2006/relationships/image" Target="../media/image21.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2.jpeg"/><Relationship Id="rId3" Type="http://schemas.openxmlformats.org/officeDocument/2006/relationships/image" Target="../media/image23.png"/><Relationship Id="rId4"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8B351A-E678-49A9-B608-35067516B687}"/>
              </a:ext>
            </a:extLst>
          </p:cNvPr>
          <p:cNvSpPr txBox="1"/>
          <p:nvPr/>
        </p:nvSpPr>
        <p:spPr>
          <a:xfrm>
            <a:off x="647467" y="2446374"/>
            <a:ext cx="10660006" cy="830997"/>
          </a:xfrm>
          <a:prstGeom prst="rect">
            <a:avLst/>
          </a:prstGeom>
          <a:noFill/>
        </p:spPr>
        <p:txBody>
          <a:bodyPr wrap="square" rtlCol="0">
            <a:spAutoFit/>
          </a:bodyPr>
          <a:lstStyle/>
          <a:p>
            <a:pPr algn="ctr">
              <a:defRPr/>
            </a:pPr>
            <a:r>
              <a:t>AVTOTURARGOHLARDA OLDINDAN BAND QILISH MOBIL ILOVASINI ISHLAB CHIQISH</a:t>
            </a:r>
            <a:endParaRPr lang="ru-RU" altLang="ru-RU" sz="2400" b="1" dirty="0">
              <a:solidFill>
                <a:srgbClr val="223E91"/>
              </a:solidFill>
              <a:latin typeface="Times New Roman" panose="02020603050405020304" pitchFamily="18" charset="0"/>
              <a:cs typeface="Times New Roman" panose="02020603050405020304" pitchFamily="18" charset="0"/>
            </a:endParaRPr>
          </a:p>
        </p:txBody>
      </p:sp>
      <p:sp>
        <p:nvSpPr>
          <p:cNvPr id="6" name="Rectangle 12">
            <a:extLst>
              <a:ext uri="{FF2B5EF4-FFF2-40B4-BE49-F238E27FC236}">
                <a16:creationId xmlns:a16="http://schemas.microsoft.com/office/drawing/2014/main" id="{C7BE3977-1256-4126-AE3A-22982B0C25A2}"/>
              </a:ext>
            </a:extLst>
          </p:cNvPr>
          <p:cNvSpPr/>
          <p:nvPr/>
        </p:nvSpPr>
        <p:spPr>
          <a:xfrm>
            <a:off x="8220601" y="5193117"/>
            <a:ext cx="5428081" cy="15146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defRPr/>
            </a:pPr>
            <a:r>
              <a:t>ILMIY RAHBAR: Ibragimov M.</a:t>
            </a:r>
          </a:p>
        </p:txBody>
      </p:sp>
      <p:sp>
        <p:nvSpPr>
          <p:cNvPr id="7" name="Прямоугольник 6"/>
          <p:cNvSpPr/>
          <p:nvPr/>
        </p:nvSpPr>
        <p:spPr>
          <a:xfrm>
            <a:off x="3183381" y="3950875"/>
            <a:ext cx="5825238" cy="369332"/>
          </a:xfrm>
          <a:prstGeom prst="rect">
            <a:avLst/>
          </a:prstGeom>
        </p:spPr>
        <p:txBody>
          <a:bodyPr wrap="square">
            <a:spAutoFit/>
          </a:bodyPr>
          <a:lstStyle/>
          <a:p>
            <a:pPr algn="ctr">
              <a:defRPr/>
            </a:pPr>
            <a:r>
              <a:t>60610600 - Dasturiy injiniring ta’lim yo‘nalishi</a:t>
            </a:r>
            <a:endParaRPr lang="en-US" altLang="ru-RU" b="1" dirty="0">
              <a:solidFill>
                <a:prstClr val="black"/>
              </a:solidFill>
              <a:latin typeface="Times New Roman" panose="02020603050405020304" pitchFamily="18" charset="0"/>
              <a:cs typeface="Times New Roman" panose="02020603050405020304" pitchFamily="18" charset="0"/>
            </a:endParaRPr>
          </a:p>
        </p:txBody>
      </p:sp>
      <p:sp>
        <p:nvSpPr>
          <p:cNvPr id="8" name="Rectangle 12">
            <a:extLst>
              <a:ext uri="{FF2B5EF4-FFF2-40B4-BE49-F238E27FC236}">
                <a16:creationId xmlns:a16="http://schemas.microsoft.com/office/drawing/2014/main" id="{C7BE3977-1256-4126-AE3A-22982B0C25A2}"/>
              </a:ext>
            </a:extLst>
          </p:cNvPr>
          <p:cNvSpPr/>
          <p:nvPr/>
        </p:nvSpPr>
        <p:spPr>
          <a:xfrm>
            <a:off x="-231357" y="5440986"/>
            <a:ext cx="4811486" cy="10189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uz-Cyrl-UZ" sz="2400" b="1" dirty="0">
                <a:solidFill>
                  <a:srgbClr val="4472C4">
                    <a:lumMod val="50000"/>
                  </a:srgbClr>
                </a:solidFill>
                <a:latin typeface="Times New Roman" panose="02020603050405020304" pitchFamily="18" charset="0"/>
                <a:cs typeface="Times New Roman" panose="02020603050405020304" pitchFamily="18" charset="0"/>
              </a:rPr>
              <a:t> </a:t>
            </a:r>
            <a:endParaRPr lang="ru-RU" sz="2400" dirty="0">
              <a:solidFill>
                <a:srgbClr val="4472C4">
                  <a:lumMod val="50000"/>
                </a:srgbClr>
              </a:solidFill>
              <a:latin typeface="Times New Roman" panose="02020603050405020304" pitchFamily="18" charset="0"/>
              <a:cs typeface="Times New Roman" panose="02020603050405020304" pitchFamily="18" charset="0"/>
            </a:endParaRPr>
          </a:p>
        </p:txBody>
      </p:sp>
      <p:grpSp>
        <p:nvGrpSpPr>
          <p:cNvPr id="30" name="Группа 29"/>
          <p:cNvGrpSpPr/>
          <p:nvPr/>
        </p:nvGrpSpPr>
        <p:grpSpPr>
          <a:xfrm>
            <a:off x="0" y="116032"/>
            <a:ext cx="12166953" cy="648068"/>
            <a:chOff x="0" y="347734"/>
            <a:chExt cx="12216485" cy="537732"/>
          </a:xfrm>
        </p:grpSpPr>
        <p:sp>
          <p:nvSpPr>
            <p:cNvPr id="14" name="Прямоугольник 13"/>
            <p:cNvSpPr/>
            <p:nvPr/>
          </p:nvSpPr>
          <p:spPr>
            <a:xfrm>
              <a:off x="0" y="347734"/>
              <a:ext cx="5254409" cy="369332"/>
            </a:xfrm>
            <a:prstGeom prst="rect">
              <a:avLst/>
            </a:prstGeom>
          </p:spPr>
          <p:txBody>
            <a:bodyPr wrap="square">
              <a:spAutoFit/>
            </a:bodyPr>
            <a:lstStyle/>
            <a:p>
              <a:pPr algn="ctr"/>
              <a:endParaRPr lang="en-US" b="1" spc="100" dirty="0">
                <a:solidFill>
                  <a:prstClr val="white"/>
                </a:solidFill>
                <a:latin typeface="Times New Roman" panose="02020603050405020304" pitchFamily="18" charset="0"/>
                <a:cs typeface="Times New Roman" panose="02020603050405020304" pitchFamily="18" charset="0"/>
              </a:endParaRPr>
            </a:p>
          </p:txBody>
        </p:sp>
        <p:sp>
          <p:nvSpPr>
            <p:cNvPr id="18" name="Прямоугольник 17"/>
            <p:cNvSpPr/>
            <p:nvPr/>
          </p:nvSpPr>
          <p:spPr>
            <a:xfrm>
              <a:off x="6962076" y="516134"/>
              <a:ext cx="5254409" cy="369332"/>
            </a:xfrm>
            <a:prstGeom prst="rect">
              <a:avLst/>
            </a:prstGeom>
          </p:spPr>
          <p:txBody>
            <a:bodyPr wrap="square">
              <a:spAutoFit/>
            </a:bodyPr>
            <a:lstStyle/>
            <a:p>
              <a:pPr algn="ctr"/>
              <a:endParaRPr lang="ru-RU" spc="100" dirty="0">
                <a:solidFill>
                  <a:prstClr val="white"/>
                </a:solidFill>
                <a:latin typeface="Times New Roman" panose="02020603050405020304" pitchFamily="18" charset="0"/>
                <a:cs typeface="Times New Roman" panose="02020603050405020304" pitchFamily="18" charset="0"/>
              </a:endParaRPr>
            </a:p>
          </p:txBody>
        </p:sp>
      </p:grpSp>
      <p:sp>
        <p:nvSpPr>
          <p:cNvPr id="21" name="Rectangle 12">
            <a:extLst>
              <a:ext uri="{FF2B5EF4-FFF2-40B4-BE49-F238E27FC236}">
                <a16:creationId xmlns:a16="http://schemas.microsoft.com/office/drawing/2014/main" id="{C7BE3977-1256-4126-AE3A-22982B0C25A2}"/>
              </a:ext>
            </a:extLst>
          </p:cNvPr>
          <p:cNvSpPr/>
          <p:nvPr/>
        </p:nvSpPr>
        <p:spPr>
          <a:xfrm>
            <a:off x="0" y="5454413"/>
            <a:ext cx="5042836" cy="5098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t>TALABA: Xajiyev Kenjaboy Rajabboy o‘g‘li</a:t>
            </a:r>
          </a:p>
        </p:txBody>
      </p:sp>
      <p:grpSp>
        <p:nvGrpSpPr>
          <p:cNvPr id="28" name="Группа 27"/>
          <p:cNvGrpSpPr/>
          <p:nvPr/>
        </p:nvGrpSpPr>
        <p:grpSpPr>
          <a:xfrm>
            <a:off x="0" y="6044184"/>
            <a:ext cx="4278391" cy="159850"/>
            <a:chOff x="0" y="5163356"/>
            <a:chExt cx="5807244" cy="180000"/>
          </a:xfrm>
        </p:grpSpPr>
        <p:cxnSp>
          <p:nvCxnSpPr>
            <p:cNvPr id="22" name="Google Shape;102;p15"/>
            <p:cNvCxnSpPr/>
            <p:nvPr/>
          </p:nvCxnSpPr>
          <p:spPr>
            <a:xfrm>
              <a:off x="0" y="5253356"/>
              <a:ext cx="5737489" cy="0"/>
            </a:xfrm>
            <a:prstGeom prst="straightConnector1">
              <a:avLst/>
            </a:prstGeom>
            <a:noFill/>
            <a:ln w="28575" cap="flat" cmpd="sng">
              <a:solidFill>
                <a:srgbClr val="4949E7"/>
              </a:solidFill>
              <a:prstDash val="solid"/>
              <a:round/>
              <a:headEnd type="none" w="med" len="med"/>
              <a:tailEnd type="none" w="med" len="med"/>
            </a:ln>
          </p:spPr>
        </p:cxnSp>
        <p:sp>
          <p:nvSpPr>
            <p:cNvPr id="23" name="Google Shape;104;p15"/>
            <p:cNvSpPr/>
            <p:nvPr/>
          </p:nvSpPr>
          <p:spPr>
            <a:xfrm>
              <a:off x="5627244" y="5163356"/>
              <a:ext cx="180000" cy="180000"/>
            </a:xfrm>
            <a:custGeom>
              <a:avLst/>
              <a:gdLst/>
              <a:ahLst/>
              <a:cxnLst/>
              <a:rect l="l" t="t" r="r" b="b"/>
              <a:pathLst>
                <a:path w="8930" h="8919" extrusionOk="0">
                  <a:moveTo>
                    <a:pt x="4465" y="0"/>
                  </a:moveTo>
                  <a:cubicBezTo>
                    <a:pt x="2001" y="0"/>
                    <a:pt x="0" y="2001"/>
                    <a:pt x="0" y="4465"/>
                  </a:cubicBezTo>
                  <a:cubicBezTo>
                    <a:pt x="0" y="6918"/>
                    <a:pt x="2001" y="8918"/>
                    <a:pt x="4465" y="8918"/>
                  </a:cubicBezTo>
                  <a:cubicBezTo>
                    <a:pt x="6930" y="8918"/>
                    <a:pt x="8930" y="6918"/>
                    <a:pt x="8930" y="4465"/>
                  </a:cubicBezTo>
                  <a:cubicBezTo>
                    <a:pt x="8930" y="2001"/>
                    <a:pt x="6930" y="0"/>
                    <a:pt x="4465" y="0"/>
                  </a:cubicBezTo>
                  <a:close/>
                </a:path>
              </a:pathLst>
            </a:custGeom>
            <a:solidFill>
              <a:srgbClr val="4949E7"/>
            </a:solidFill>
            <a:ln w="28575">
              <a:solidFill>
                <a:srgbClr val="4949E7"/>
              </a:solidFill>
            </a:ln>
          </p:spPr>
          <p:txBody>
            <a:bodyPr spcFirstLastPara="1" wrap="square" lIns="91425" tIns="91425" rIns="91425" bIns="91425" anchor="ctr" anchorCtr="0">
              <a:noAutofit/>
            </a:bodyPr>
            <a:lstStyle/>
            <a:p>
              <a:endParaRPr>
                <a:solidFill>
                  <a:prstClr val="black"/>
                </a:solidFill>
                <a:latin typeface="Times New Roman" panose="02020603050405020304" pitchFamily="18" charset="0"/>
                <a:cs typeface="Times New Roman" panose="02020603050405020304" pitchFamily="18" charset="0"/>
              </a:endParaRPr>
            </a:p>
          </p:txBody>
        </p:sp>
      </p:grpSp>
      <p:grpSp>
        <p:nvGrpSpPr>
          <p:cNvPr id="27" name="Группа 26"/>
          <p:cNvGrpSpPr/>
          <p:nvPr/>
        </p:nvGrpSpPr>
        <p:grpSpPr>
          <a:xfrm flipH="1">
            <a:off x="8220601" y="6024242"/>
            <a:ext cx="3946352" cy="144946"/>
            <a:chOff x="6332467" y="5163356"/>
            <a:chExt cx="5807244" cy="180000"/>
          </a:xfrm>
        </p:grpSpPr>
        <p:cxnSp>
          <p:nvCxnSpPr>
            <p:cNvPr id="25" name="Google Shape;102;p15"/>
            <p:cNvCxnSpPr/>
            <p:nvPr/>
          </p:nvCxnSpPr>
          <p:spPr>
            <a:xfrm>
              <a:off x="6332467" y="5253356"/>
              <a:ext cx="5737489" cy="0"/>
            </a:xfrm>
            <a:prstGeom prst="straightConnector1">
              <a:avLst/>
            </a:prstGeom>
            <a:noFill/>
            <a:ln w="28575" cap="flat" cmpd="sng">
              <a:solidFill>
                <a:srgbClr val="4949E7"/>
              </a:solidFill>
              <a:prstDash val="solid"/>
              <a:round/>
              <a:headEnd type="none" w="med" len="med"/>
              <a:tailEnd type="none" w="med" len="med"/>
            </a:ln>
          </p:spPr>
        </p:cxnSp>
        <p:sp>
          <p:nvSpPr>
            <p:cNvPr id="26" name="Google Shape;104;p15"/>
            <p:cNvSpPr/>
            <p:nvPr/>
          </p:nvSpPr>
          <p:spPr>
            <a:xfrm>
              <a:off x="11959711" y="5163356"/>
              <a:ext cx="180000" cy="180000"/>
            </a:xfrm>
            <a:custGeom>
              <a:avLst/>
              <a:gdLst/>
              <a:ahLst/>
              <a:cxnLst/>
              <a:rect l="l" t="t" r="r" b="b"/>
              <a:pathLst>
                <a:path w="8930" h="8919" extrusionOk="0">
                  <a:moveTo>
                    <a:pt x="4465" y="0"/>
                  </a:moveTo>
                  <a:cubicBezTo>
                    <a:pt x="2001" y="0"/>
                    <a:pt x="0" y="2001"/>
                    <a:pt x="0" y="4465"/>
                  </a:cubicBezTo>
                  <a:cubicBezTo>
                    <a:pt x="0" y="6918"/>
                    <a:pt x="2001" y="8918"/>
                    <a:pt x="4465" y="8918"/>
                  </a:cubicBezTo>
                  <a:cubicBezTo>
                    <a:pt x="6930" y="8918"/>
                    <a:pt x="8930" y="6918"/>
                    <a:pt x="8930" y="4465"/>
                  </a:cubicBezTo>
                  <a:cubicBezTo>
                    <a:pt x="8930" y="2001"/>
                    <a:pt x="6930" y="0"/>
                    <a:pt x="4465" y="0"/>
                  </a:cubicBezTo>
                  <a:close/>
                </a:path>
              </a:pathLst>
            </a:custGeom>
            <a:solidFill>
              <a:srgbClr val="4949E7"/>
            </a:solidFill>
            <a:ln w="28575">
              <a:solidFill>
                <a:srgbClr val="4949E7"/>
              </a:solidFill>
            </a:ln>
          </p:spPr>
          <p:txBody>
            <a:bodyPr spcFirstLastPara="1" wrap="square" lIns="91425" tIns="91425" rIns="91425" bIns="91425" anchor="ctr" anchorCtr="0">
              <a:noAutofit/>
            </a:bodyPr>
            <a:lstStyle/>
            <a:p>
              <a:endParaRPr>
                <a:solidFill>
                  <a:prstClr val="black"/>
                </a:solidFill>
                <a:latin typeface="Times New Roman" panose="02020603050405020304" pitchFamily="18" charset="0"/>
                <a:cs typeface="Times New Roman" panose="02020603050405020304" pitchFamily="18" charset="0"/>
              </a:endParaRPr>
            </a:p>
          </p:txBody>
        </p:sp>
      </p:grpSp>
      <p:pic>
        <p:nvPicPr>
          <p:cNvPr id="9" name="Рисунок 8">
            <a:extLst>
              <a:ext uri="{FF2B5EF4-FFF2-40B4-BE49-F238E27FC236}">
                <a16:creationId xmlns:a16="http://schemas.microsoft.com/office/drawing/2014/main" id="{0165CEF5-14BE-4476-81A7-54F26E2536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6664" y="74085"/>
            <a:ext cx="1987519" cy="1813521"/>
          </a:xfrm>
          <a:prstGeom prst="rect">
            <a:avLst/>
          </a:prstGeom>
        </p:spPr>
      </p:pic>
      <p:sp>
        <p:nvSpPr>
          <p:cNvPr id="32" name="Прямоугольник 31">
            <a:extLst>
              <a:ext uri="{FF2B5EF4-FFF2-40B4-BE49-F238E27FC236}">
                <a16:creationId xmlns:a16="http://schemas.microsoft.com/office/drawing/2014/main" id="{7F3054A7-CD2F-4D02-B60E-DD28ADEE85D1}"/>
              </a:ext>
            </a:extLst>
          </p:cNvPr>
          <p:cNvSpPr/>
          <p:nvPr/>
        </p:nvSpPr>
        <p:spPr>
          <a:xfrm>
            <a:off x="2644503" y="472333"/>
            <a:ext cx="3323099" cy="1295161"/>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600" b="1" dirty="0">
                <a:solidFill>
                  <a:srgbClr val="051D40"/>
                </a:solidFill>
                <a:latin typeface="Times New Roman" panose="02020603050405020304" pitchFamily="18" charset="0"/>
                <a:cs typeface="Times New Roman" panose="02020603050405020304" pitchFamily="18" charset="0"/>
                <a:sym typeface="Times New Roman"/>
              </a:rPr>
              <a:t>O‘ZBEKISTON RESPUBLIKASI OLIY </a:t>
            </a:r>
            <a:r>
              <a:rPr lang="en-US" sz="1600" b="1" dirty="0" err="1">
                <a:solidFill>
                  <a:srgbClr val="051D40"/>
                </a:solidFill>
                <a:latin typeface="Times New Roman" panose="02020603050405020304" pitchFamily="18" charset="0"/>
                <a:cs typeface="Times New Roman" panose="02020603050405020304" pitchFamily="18" charset="0"/>
                <a:sym typeface="Times New Roman"/>
              </a:rPr>
              <a:t>TAʼLIM</a:t>
            </a:r>
            <a:r>
              <a:rPr lang="en-US" sz="1600" b="1" dirty="0">
                <a:solidFill>
                  <a:srgbClr val="051D40"/>
                </a:solidFill>
                <a:latin typeface="Times New Roman" panose="02020603050405020304" pitchFamily="18" charset="0"/>
                <a:cs typeface="Times New Roman" panose="02020603050405020304" pitchFamily="18" charset="0"/>
                <a:sym typeface="Times New Roman"/>
              </a:rPr>
              <a:t>, FAN VA INNOVATSIYALAR VAZIRLIGI</a:t>
            </a:r>
          </a:p>
        </p:txBody>
      </p:sp>
      <p:sp>
        <p:nvSpPr>
          <p:cNvPr id="33" name="Прямоугольник 32">
            <a:extLst>
              <a:ext uri="{FF2B5EF4-FFF2-40B4-BE49-F238E27FC236}">
                <a16:creationId xmlns:a16="http://schemas.microsoft.com/office/drawing/2014/main" id="{EC9B15FB-8A9B-4B45-B16C-BA63C1801EAD}"/>
              </a:ext>
            </a:extLst>
          </p:cNvPr>
          <p:cNvSpPr/>
          <p:nvPr/>
        </p:nvSpPr>
        <p:spPr>
          <a:xfrm>
            <a:off x="6559051" y="458245"/>
            <a:ext cx="3323099" cy="1295161"/>
          </a:xfrm>
          <a:prstGeom prst="rect">
            <a:avLst/>
          </a:prstGeom>
          <a:ln>
            <a:solidFill>
              <a:srgbClr val="057B61"/>
            </a:solidFill>
          </a:ln>
        </p:spPr>
        <p:style>
          <a:lnRef idx="2">
            <a:schemeClr val="accent6"/>
          </a:lnRef>
          <a:fillRef idx="1">
            <a:schemeClr val="lt1"/>
          </a:fillRef>
          <a:effectRef idx="0">
            <a:schemeClr val="accent6"/>
          </a:effectRef>
          <a:fontRef idx="minor">
            <a:schemeClr val="dk1"/>
          </a:fontRef>
        </p:style>
        <p:txBody>
          <a:bodyPr rtlCol="0" anchor="ctr"/>
          <a:lstStyle/>
          <a:p>
            <a:pPr algn="ctr">
              <a:defRPr/>
            </a:pPr>
            <a:r>
              <a:rPr lang="en-US" sz="1600" b="1" dirty="0">
                <a:solidFill>
                  <a:srgbClr val="057B61"/>
                </a:solidFill>
                <a:latin typeface="Times New Roman" panose="02020603050405020304" pitchFamily="18" charset="0"/>
                <a:cs typeface="Times New Roman" panose="02020603050405020304" pitchFamily="18" charset="0"/>
                <a:sym typeface="Times New Roman"/>
              </a:rPr>
              <a:t>ABU RAYHON BERUNIY NOMIDAGI URGANCH DAVLAT UNIVERSITETI</a:t>
            </a:r>
          </a:p>
        </p:txBody>
      </p:sp>
      <p:pic>
        <p:nvPicPr>
          <p:cNvPr id="13" name="Picture 2" descr="Universitet Logosi">
            <a:extLst>
              <a:ext uri="{FF2B5EF4-FFF2-40B4-BE49-F238E27FC236}">
                <a16:creationId xmlns:a16="http://schemas.microsoft.com/office/drawing/2014/main" id="{B98138DA-1D5F-412E-B359-24DE506BAF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73693" y="161644"/>
            <a:ext cx="1604715" cy="1777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4945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 name="Google Shape;102;p15">
            <a:extLst>
              <a:ext uri="{FF2B5EF4-FFF2-40B4-BE49-F238E27FC236}">
                <a16:creationId xmlns:a16="http://schemas.microsoft.com/office/drawing/2014/main" id="{E8D1B526-8D4F-425B-9C4E-553FAC1A1EE1}"/>
              </a:ext>
            </a:extLst>
          </p:cNvPr>
          <p:cNvCxnSpPr/>
          <p:nvPr/>
        </p:nvCxnSpPr>
        <p:spPr>
          <a:xfrm>
            <a:off x="62464" y="6089368"/>
            <a:ext cx="12067072" cy="0"/>
          </a:xfrm>
          <a:prstGeom prst="straightConnector1">
            <a:avLst/>
          </a:prstGeom>
          <a:solidFill>
            <a:srgbClr val="04B6DF"/>
          </a:solidFill>
          <a:ln w="28575" cap="flat" cmpd="sng">
            <a:solidFill>
              <a:srgbClr val="04B6DF"/>
            </a:solidFill>
            <a:prstDash val="solid"/>
            <a:round/>
            <a:headEnd type="none" w="med" len="med"/>
            <a:tailEnd type="none" w="med" len="med"/>
          </a:ln>
        </p:spPr>
      </p:cxnSp>
      <p:sp>
        <p:nvSpPr>
          <p:cNvPr id="2" name="Прямоугольник 1"/>
          <p:cNvSpPr/>
          <p:nvPr/>
        </p:nvSpPr>
        <p:spPr>
          <a:xfrm>
            <a:off x="404802" y="1338109"/>
            <a:ext cx="10836511" cy="4991623"/>
          </a:xfrm>
          <a:prstGeom prst="rect">
            <a:avLst/>
          </a:prstGeom>
        </p:spPr>
        <p:txBody>
          <a:bodyPr wrap="square">
            <a:spAutoFit/>
          </a:bodyPr>
          <a:lstStyle/>
          <a:p>
            <a:pPr lvl="1" algn="just">
              <a:lnSpc>
                <a:spcPct val="150000"/>
              </a:lnSpc>
            </a:pPr>
            <a:r>
              <a:t>Shahar infratuzilmasida parking joyini topish va oldindan band qilish jarayoni ko‘p vaqt talab qiladi.</a:t>
            </a:r>
          </a:p>
          <a:p>
            <a:r>
              <a:t>An’anaviy boshqaruvda bo‘sh joylar soni real vaqt rejimida ko‘rinmaydi, bron jarayoni esa telefon yoki qo‘lda yuritiladi.</a:t>
            </a:r>
          </a:p>
          <a:p>
            <a:r>
              <a:t>Foydalanuvchiga narx, reyting, mavjud joy, xarita, to‘lov va elektron chekni bitta mobil oqimda ko‘rsatish zarur.</a:t>
            </a:r>
          </a:p>
          <a:p>
            <a:r>
              <a:t>Parking egasi uchun rezervatsiyalar, bandlik, tushum va obyektlar holatini markazlashgan nazorat qilish muhim.</a:t>
            </a:r>
          </a:p>
          <a:p>
            <a:r>
              <a:t>SwiftUI va Supabase asosidagi Smart Parking ilovasi customer va owner rollarini yagona realtime platformada birlashtiradi.</a:t>
            </a:r>
          </a:p>
        </p:txBody>
      </p:sp>
      <p:sp>
        <p:nvSpPr>
          <p:cNvPr id="5" name="Заголовок 1"/>
          <p:cNvSpPr>
            <a:spLocks noGrp="1"/>
          </p:cNvSpPr>
          <p:nvPr/>
        </p:nvSpPr>
        <p:spPr>
          <a:xfrm>
            <a:off x="519570" y="292278"/>
            <a:ext cx="10945242" cy="648669"/>
          </a:xfrm>
          <a:prstGeom prst="rect">
            <a:avLst/>
          </a:prstGeom>
        </p:spPr>
        <p:txBody>
          <a:bodyPr vert="horz" lIns="91440" tIns="45720" rIns="91440" bIns="45720" rtlCol="0" anchor="b">
            <a:noAutofit/>
          </a:bodyPr>
          <a:lstStyle>
            <a:lvl1pPr algn="ctr" rtl="0" eaLnBrk="0" fontAlgn="base" hangingPunct="0">
              <a:lnSpc>
                <a:spcPct val="90000"/>
              </a:lnSpc>
              <a:spcBef>
                <a:spcPct val="0"/>
              </a:spcBef>
              <a:spcAft>
                <a:spcPct val="0"/>
              </a:spcAft>
              <a:defRPr sz="4000" kern="1200" cap="all">
                <a:solidFill>
                  <a:schemeClr val="tx1"/>
                </a:solidFill>
                <a:latin typeface="+mj-lt"/>
                <a:ea typeface="+mj-ea"/>
                <a:cs typeface="+mj-cs"/>
              </a:defRPr>
            </a:lvl1pPr>
            <a:lvl2pPr algn="ctr" rtl="0" eaLnBrk="0" fontAlgn="base" hangingPunct="0">
              <a:lnSpc>
                <a:spcPct val="90000"/>
              </a:lnSpc>
              <a:spcBef>
                <a:spcPct val="0"/>
              </a:spcBef>
              <a:spcAft>
                <a:spcPct val="0"/>
              </a:spcAft>
              <a:defRPr sz="3600">
                <a:solidFill>
                  <a:schemeClr val="tx1"/>
                </a:solidFill>
                <a:latin typeface="Tw Cen MT" panose="020B0602020104020603" pitchFamily="34" charset="0"/>
              </a:defRPr>
            </a:lvl2pPr>
            <a:lvl3pPr algn="ctr" rtl="0" eaLnBrk="0" fontAlgn="base" hangingPunct="0">
              <a:lnSpc>
                <a:spcPct val="90000"/>
              </a:lnSpc>
              <a:spcBef>
                <a:spcPct val="0"/>
              </a:spcBef>
              <a:spcAft>
                <a:spcPct val="0"/>
              </a:spcAft>
              <a:defRPr sz="3600">
                <a:solidFill>
                  <a:schemeClr val="tx1"/>
                </a:solidFill>
                <a:latin typeface="Tw Cen MT" panose="020B0602020104020603" pitchFamily="34" charset="0"/>
              </a:defRPr>
            </a:lvl3pPr>
            <a:lvl4pPr algn="ctr" rtl="0" eaLnBrk="0" fontAlgn="base" hangingPunct="0">
              <a:lnSpc>
                <a:spcPct val="90000"/>
              </a:lnSpc>
              <a:spcBef>
                <a:spcPct val="0"/>
              </a:spcBef>
              <a:spcAft>
                <a:spcPct val="0"/>
              </a:spcAft>
              <a:defRPr sz="3600">
                <a:solidFill>
                  <a:schemeClr val="tx1"/>
                </a:solidFill>
                <a:latin typeface="Tw Cen MT" panose="020B0602020104020603" pitchFamily="34" charset="0"/>
              </a:defRPr>
            </a:lvl4pPr>
            <a:lvl5pPr algn="ctr" rtl="0" eaLnBrk="0" fontAlgn="base" hangingPunct="0">
              <a:lnSpc>
                <a:spcPct val="90000"/>
              </a:lnSpc>
              <a:spcBef>
                <a:spcPct val="0"/>
              </a:spcBef>
              <a:spcAft>
                <a:spcPct val="0"/>
              </a:spcAft>
              <a:defRPr sz="3600">
                <a:solidFill>
                  <a:schemeClr val="tx1"/>
                </a:solidFill>
                <a:latin typeface="Tw Cen MT" panose="020B0602020104020603" pitchFamily="34" charset="0"/>
              </a:defRPr>
            </a:lvl5pPr>
            <a:lvl6pPr marL="457200" algn="ctr" rtl="0" fontAlgn="base">
              <a:lnSpc>
                <a:spcPct val="90000"/>
              </a:lnSpc>
              <a:spcBef>
                <a:spcPct val="0"/>
              </a:spcBef>
              <a:spcAft>
                <a:spcPct val="0"/>
              </a:spcAft>
              <a:defRPr sz="3600">
                <a:solidFill>
                  <a:schemeClr val="tx1"/>
                </a:solidFill>
                <a:latin typeface="Tw Cen MT" panose="020B0602020104020603" pitchFamily="34" charset="0"/>
              </a:defRPr>
            </a:lvl6pPr>
            <a:lvl7pPr marL="914400" algn="ctr" rtl="0" fontAlgn="base">
              <a:lnSpc>
                <a:spcPct val="90000"/>
              </a:lnSpc>
              <a:spcBef>
                <a:spcPct val="0"/>
              </a:spcBef>
              <a:spcAft>
                <a:spcPct val="0"/>
              </a:spcAft>
              <a:defRPr sz="3600">
                <a:solidFill>
                  <a:schemeClr val="tx1"/>
                </a:solidFill>
                <a:latin typeface="Tw Cen MT" panose="020B0602020104020603" pitchFamily="34" charset="0"/>
              </a:defRPr>
            </a:lvl7pPr>
            <a:lvl8pPr marL="1371600" algn="ctr" rtl="0" fontAlgn="base">
              <a:lnSpc>
                <a:spcPct val="90000"/>
              </a:lnSpc>
              <a:spcBef>
                <a:spcPct val="0"/>
              </a:spcBef>
              <a:spcAft>
                <a:spcPct val="0"/>
              </a:spcAft>
              <a:defRPr sz="3600">
                <a:solidFill>
                  <a:schemeClr val="tx1"/>
                </a:solidFill>
                <a:latin typeface="Tw Cen MT" panose="020B0602020104020603" pitchFamily="34" charset="0"/>
              </a:defRPr>
            </a:lvl8pPr>
            <a:lvl9pPr marL="1828800" algn="ctr" rtl="0" fontAlgn="base">
              <a:lnSpc>
                <a:spcPct val="90000"/>
              </a:lnSpc>
              <a:spcBef>
                <a:spcPct val="0"/>
              </a:spcBef>
              <a:spcAft>
                <a:spcPct val="0"/>
              </a:spcAft>
              <a:defRPr sz="3600">
                <a:solidFill>
                  <a:schemeClr val="tx1"/>
                </a:solidFill>
                <a:latin typeface="Tw Cen MT" panose="020B0602020104020603" pitchFamily="34" charset="0"/>
              </a:defRPr>
            </a:lvl9pPr>
          </a:lstStyle>
          <a:p>
            <a:pPr algn="l" eaLnBrk="1" fontAlgn="auto" hangingPunct="1">
              <a:spcAft>
                <a:spcPts val="0"/>
              </a:spcAft>
              <a:defRPr/>
            </a:pPr>
            <a:r>
              <a:t>BITIRUV MALAKAVIY ISHNING DOLZARBLIGI VA ZARURATI</a:t>
            </a:r>
            <a:endParaRPr lang="ru-RU" sz="2800" b="1" dirty="0">
              <a:solidFill>
                <a:srgbClr val="04B6DF"/>
              </a:solidFill>
              <a:highlight>
                <a:schemeClr val="lt1"/>
              </a:highlight>
              <a:latin typeface="Times New Roman"/>
              <a:ea typeface="Times New Roman"/>
              <a:cs typeface="Times New Roman"/>
            </a:endParaRPr>
          </a:p>
        </p:txBody>
      </p:sp>
      <p:sp>
        <p:nvSpPr>
          <p:cNvPr id="12" name="Овал 11"/>
          <p:cNvSpPr/>
          <p:nvPr/>
        </p:nvSpPr>
        <p:spPr>
          <a:xfrm>
            <a:off x="2030323" y="5849702"/>
            <a:ext cx="594779" cy="594779"/>
          </a:xfrm>
          <a:prstGeom prst="ellipse">
            <a:avLst/>
          </a:prstGeom>
          <a:solidFill>
            <a:srgbClr val="09AEF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uz-Cyrl-UZ" b="0" i="0" u="none" strike="noStrike" kern="0" cap="none" spc="0" normalizeH="0" baseline="0" noProof="0">
              <a:ln>
                <a:noFill/>
              </a:ln>
              <a:solidFill>
                <a:prstClr val="white"/>
              </a:solidFill>
              <a:effectLst/>
              <a:uLnTx/>
              <a:uFillTx/>
              <a:latin typeface="Calibri"/>
              <a:ea typeface="+mn-ea"/>
              <a:cs typeface="+mn-cs"/>
            </a:endParaRPr>
          </a:p>
        </p:txBody>
      </p:sp>
      <p:sp>
        <p:nvSpPr>
          <p:cNvPr id="14" name="Овал 13"/>
          <p:cNvSpPr/>
          <p:nvPr/>
        </p:nvSpPr>
        <p:spPr>
          <a:xfrm>
            <a:off x="2024555" y="5832718"/>
            <a:ext cx="600547" cy="600547"/>
          </a:xfrm>
          <a:prstGeom prst="ellipse">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uz-Cyrl-UZ" b="0" i="0" u="none" strike="noStrike" kern="0" cap="none" spc="0" normalizeH="0" baseline="0" noProof="0">
              <a:ln>
                <a:noFill/>
              </a:ln>
              <a:solidFill>
                <a:prstClr val="white"/>
              </a:solidFill>
              <a:effectLst/>
              <a:uLnTx/>
              <a:uFillTx/>
              <a:latin typeface="Calibri"/>
              <a:ea typeface="+mn-ea"/>
              <a:cs typeface="+mn-cs"/>
            </a:endParaRPr>
          </a:p>
        </p:txBody>
      </p:sp>
      <p:sp>
        <p:nvSpPr>
          <p:cNvPr id="15" name="Овал 14"/>
          <p:cNvSpPr/>
          <p:nvPr/>
        </p:nvSpPr>
        <p:spPr>
          <a:xfrm>
            <a:off x="2073501" y="5881664"/>
            <a:ext cx="502655" cy="502655"/>
          </a:xfrm>
          <a:prstGeom prst="ellipse">
            <a:avLst/>
          </a:prstGeom>
          <a:solidFill>
            <a:srgbClr val="09AEF2"/>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uz-Cyrl-UZ" sz="1200" b="1" i="0" u="none" strike="noStrike" kern="0" cap="none" spc="0" normalizeH="0" baseline="0" noProof="0" dirty="0">
              <a:ln>
                <a:noFill/>
              </a:ln>
              <a:solidFill>
                <a:prstClr val="white"/>
              </a:solidFill>
              <a:effectLst/>
              <a:uLnTx/>
              <a:uFillTx/>
              <a:latin typeface="Calibri"/>
              <a:ea typeface="+mn-ea"/>
              <a:cs typeface="+mn-cs"/>
            </a:endParaRPr>
          </a:p>
        </p:txBody>
      </p:sp>
      <p:pic>
        <p:nvPicPr>
          <p:cNvPr id="16" name="Рисунок 15"/>
          <p:cNvPicPr>
            <a:picLocks noChangeAspect="1"/>
          </p:cNvPicPr>
          <p:nvPr/>
        </p:nvPicPr>
        <p:blipFill>
          <a:blip r:embed="rId3">
            <a:biLevel thresh="25000"/>
          </a:blip>
          <a:stretch>
            <a:fillRect/>
          </a:stretch>
        </p:blipFill>
        <p:spPr>
          <a:xfrm>
            <a:off x="2154125" y="5967986"/>
            <a:ext cx="341406" cy="335309"/>
          </a:xfrm>
          <a:prstGeom prst="rect">
            <a:avLst/>
          </a:prstGeom>
        </p:spPr>
      </p:pic>
      <p:sp>
        <p:nvSpPr>
          <p:cNvPr id="17" name="Овал 16"/>
          <p:cNvSpPr/>
          <p:nvPr/>
        </p:nvSpPr>
        <p:spPr>
          <a:xfrm>
            <a:off x="5700395" y="5690672"/>
            <a:ext cx="947293" cy="947293"/>
          </a:xfrm>
          <a:prstGeom prst="ellipse">
            <a:avLst/>
          </a:prstGeom>
          <a:solidFill>
            <a:srgbClr val="09AEF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uz-Cyrl-UZ" b="0" i="0" u="none" strike="noStrike" kern="0" cap="none" spc="0" normalizeH="0" baseline="0" noProof="0">
              <a:ln>
                <a:noFill/>
              </a:ln>
              <a:solidFill>
                <a:prstClr val="white"/>
              </a:solidFill>
              <a:effectLst/>
              <a:uLnTx/>
              <a:uFillTx/>
              <a:latin typeface="Calibri"/>
              <a:ea typeface="+mn-ea"/>
              <a:cs typeface="+mn-cs"/>
            </a:endParaRPr>
          </a:p>
        </p:txBody>
      </p:sp>
      <p:sp>
        <p:nvSpPr>
          <p:cNvPr id="18" name="Овал 17"/>
          <p:cNvSpPr/>
          <p:nvPr/>
        </p:nvSpPr>
        <p:spPr>
          <a:xfrm>
            <a:off x="5745886" y="5745537"/>
            <a:ext cx="851578" cy="838473"/>
          </a:xfrm>
          <a:prstGeom prst="ellipse">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uz-Cyrl-UZ" b="0" i="0" u="none" strike="noStrike" kern="0" cap="none" spc="0" normalizeH="0" baseline="0" noProof="0">
              <a:ln>
                <a:noFill/>
              </a:ln>
              <a:solidFill>
                <a:prstClr val="white"/>
              </a:solidFill>
              <a:effectLst/>
              <a:uLnTx/>
              <a:uFillTx/>
              <a:latin typeface="Calibri"/>
              <a:ea typeface="+mn-ea"/>
              <a:cs typeface="+mn-cs"/>
            </a:endParaRPr>
          </a:p>
        </p:txBody>
      </p:sp>
      <p:sp>
        <p:nvSpPr>
          <p:cNvPr id="19" name="Овал 18"/>
          <p:cNvSpPr/>
          <p:nvPr/>
        </p:nvSpPr>
        <p:spPr>
          <a:xfrm>
            <a:off x="5823058" y="5812590"/>
            <a:ext cx="696614" cy="696614"/>
          </a:xfrm>
          <a:prstGeom prst="ellipse">
            <a:avLst/>
          </a:prstGeom>
          <a:solidFill>
            <a:srgbClr val="09AEF2"/>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uz-Cyrl-UZ" sz="1200" b="1" i="0" u="none" strike="noStrike" kern="0" cap="none" spc="0" normalizeH="0" baseline="0" noProof="0" dirty="0">
              <a:ln>
                <a:noFill/>
              </a:ln>
              <a:solidFill>
                <a:prstClr val="white"/>
              </a:solidFill>
              <a:effectLst/>
              <a:uLnTx/>
              <a:uFillTx/>
              <a:latin typeface="Calibri"/>
              <a:ea typeface="+mn-ea"/>
              <a:cs typeface="+mn-cs"/>
            </a:endParaRPr>
          </a:p>
        </p:txBody>
      </p:sp>
      <p:pic>
        <p:nvPicPr>
          <p:cNvPr id="20" name="Рисунок 19"/>
          <p:cNvPicPr>
            <a:picLocks noChangeAspect="1"/>
          </p:cNvPicPr>
          <p:nvPr/>
        </p:nvPicPr>
        <p:blipFill>
          <a:blip r:embed="rId4">
            <a:lum bright="70000" contrast="-70000"/>
          </a:blip>
          <a:stretch>
            <a:fillRect/>
          </a:stretch>
        </p:blipFill>
        <p:spPr>
          <a:xfrm>
            <a:off x="5852849" y="5936038"/>
            <a:ext cx="666823" cy="336746"/>
          </a:xfrm>
          <a:prstGeom prst="rect">
            <a:avLst/>
          </a:prstGeom>
        </p:spPr>
      </p:pic>
      <p:sp>
        <p:nvSpPr>
          <p:cNvPr id="21" name="Овал 20"/>
          <p:cNvSpPr/>
          <p:nvPr/>
        </p:nvSpPr>
        <p:spPr>
          <a:xfrm flipH="1">
            <a:off x="9526025" y="5804137"/>
            <a:ext cx="600548" cy="600548"/>
          </a:xfrm>
          <a:prstGeom prst="ellipse">
            <a:avLst/>
          </a:prstGeom>
          <a:solidFill>
            <a:srgbClr val="FE110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uz-Cyrl-UZ" b="0" i="0" u="none" strike="noStrike" kern="0" cap="none" spc="0" normalizeH="0" baseline="0" noProof="0">
              <a:ln>
                <a:noFill/>
              </a:ln>
              <a:solidFill>
                <a:prstClr val="white"/>
              </a:solidFill>
              <a:effectLst/>
              <a:uLnTx/>
              <a:uFillTx/>
              <a:latin typeface="Calibri"/>
              <a:ea typeface="+mn-ea"/>
              <a:cs typeface="+mn-cs"/>
            </a:endParaRPr>
          </a:p>
        </p:txBody>
      </p:sp>
      <p:sp>
        <p:nvSpPr>
          <p:cNvPr id="23" name="Овал 22"/>
          <p:cNvSpPr/>
          <p:nvPr/>
        </p:nvSpPr>
        <p:spPr>
          <a:xfrm flipH="1">
            <a:off x="9510945" y="5778131"/>
            <a:ext cx="600547" cy="600547"/>
          </a:xfrm>
          <a:prstGeom prst="ellipse">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uz-Cyrl-UZ" b="0" i="0" u="none" strike="noStrike" kern="0" cap="none" spc="0" normalizeH="0" baseline="0" noProof="0">
              <a:ln>
                <a:noFill/>
              </a:ln>
              <a:solidFill>
                <a:prstClr val="white"/>
              </a:solidFill>
              <a:effectLst/>
              <a:uLnTx/>
              <a:uFillTx/>
              <a:latin typeface="Calibri"/>
              <a:ea typeface="+mn-ea"/>
              <a:cs typeface="+mn-cs"/>
            </a:endParaRPr>
          </a:p>
        </p:txBody>
      </p:sp>
      <p:sp>
        <p:nvSpPr>
          <p:cNvPr id="24" name="Овал 23"/>
          <p:cNvSpPr/>
          <p:nvPr/>
        </p:nvSpPr>
        <p:spPr>
          <a:xfrm flipH="1">
            <a:off x="9559891" y="5827077"/>
            <a:ext cx="502655" cy="502655"/>
          </a:xfrm>
          <a:prstGeom prst="ellipse">
            <a:avLst/>
          </a:prstGeom>
          <a:solidFill>
            <a:srgbClr val="FE110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uz-Cyrl-UZ" sz="1200" b="1" i="0" u="none" strike="noStrike" kern="0" cap="none" spc="0" normalizeH="0" baseline="0" noProof="0" dirty="0">
              <a:ln>
                <a:noFill/>
              </a:ln>
              <a:solidFill>
                <a:prstClr val="white"/>
              </a:solidFill>
              <a:effectLst/>
              <a:uLnTx/>
              <a:uFillTx/>
              <a:latin typeface="Calibri"/>
              <a:ea typeface="+mn-ea"/>
              <a:cs typeface="+mn-cs"/>
            </a:endParaRPr>
          </a:p>
        </p:txBody>
      </p:sp>
      <p:pic>
        <p:nvPicPr>
          <p:cNvPr id="25" name="Рисунок 24"/>
          <p:cNvPicPr>
            <a:picLocks noChangeAspect="1"/>
          </p:cNvPicPr>
          <p:nvPr/>
        </p:nvPicPr>
        <p:blipFill>
          <a:blip r:embed="rId3">
            <a:biLevel thresh="25000"/>
          </a:blip>
          <a:stretch>
            <a:fillRect/>
          </a:stretch>
        </p:blipFill>
        <p:spPr>
          <a:xfrm>
            <a:off x="9649716" y="5906078"/>
            <a:ext cx="341406" cy="335309"/>
          </a:xfrm>
          <a:prstGeom prst="rect">
            <a:avLst/>
          </a:prstGeom>
        </p:spPr>
      </p:pic>
      <p:grpSp>
        <p:nvGrpSpPr>
          <p:cNvPr id="26" name="Группа 25">
            <a:extLst>
              <a:ext uri="{FF2B5EF4-FFF2-40B4-BE49-F238E27FC236}">
                <a16:creationId xmlns:a16="http://schemas.microsoft.com/office/drawing/2014/main" id="{61BB4C91-D92A-49A4-AE18-CF0E56B9F371}"/>
              </a:ext>
            </a:extLst>
          </p:cNvPr>
          <p:cNvGrpSpPr/>
          <p:nvPr/>
        </p:nvGrpSpPr>
        <p:grpSpPr>
          <a:xfrm>
            <a:off x="-21781" y="922250"/>
            <a:ext cx="11626244" cy="260984"/>
            <a:chOff x="0" y="5163356"/>
            <a:chExt cx="5807244" cy="180000"/>
          </a:xfrm>
          <a:solidFill>
            <a:srgbClr val="04B6DF"/>
          </a:solidFill>
        </p:grpSpPr>
        <p:cxnSp>
          <p:nvCxnSpPr>
            <p:cNvPr id="27" name="Google Shape;102;p15">
              <a:extLst>
                <a:ext uri="{FF2B5EF4-FFF2-40B4-BE49-F238E27FC236}">
                  <a16:creationId xmlns:a16="http://schemas.microsoft.com/office/drawing/2014/main" id="{A60AB1E0-732E-4C17-8624-FD1F5B33FD29}"/>
                </a:ext>
              </a:extLst>
            </p:cNvPr>
            <p:cNvCxnSpPr/>
            <p:nvPr/>
          </p:nvCxnSpPr>
          <p:spPr>
            <a:xfrm>
              <a:off x="0" y="5253356"/>
              <a:ext cx="5737489" cy="0"/>
            </a:xfrm>
            <a:prstGeom prst="straightConnector1">
              <a:avLst/>
            </a:prstGeom>
            <a:grpFill/>
            <a:ln w="28575" cap="flat" cmpd="sng">
              <a:solidFill>
                <a:srgbClr val="04B6DF"/>
              </a:solidFill>
              <a:prstDash val="solid"/>
              <a:round/>
              <a:headEnd type="none" w="med" len="med"/>
              <a:tailEnd type="none" w="med" len="med"/>
            </a:ln>
          </p:spPr>
        </p:cxnSp>
        <p:sp>
          <p:nvSpPr>
            <p:cNvPr id="28" name="Google Shape;104;p15">
              <a:extLst>
                <a:ext uri="{FF2B5EF4-FFF2-40B4-BE49-F238E27FC236}">
                  <a16:creationId xmlns:a16="http://schemas.microsoft.com/office/drawing/2014/main" id="{DB8F0186-5176-419B-AFDD-A95342AF96B3}"/>
                </a:ext>
              </a:extLst>
            </p:cNvPr>
            <p:cNvSpPr/>
            <p:nvPr/>
          </p:nvSpPr>
          <p:spPr>
            <a:xfrm>
              <a:off x="5627244" y="5163356"/>
              <a:ext cx="180000" cy="180000"/>
            </a:xfrm>
            <a:custGeom>
              <a:avLst/>
              <a:gdLst/>
              <a:ahLst/>
              <a:cxnLst/>
              <a:rect l="l" t="t" r="r" b="b"/>
              <a:pathLst>
                <a:path w="8930" h="8919" extrusionOk="0">
                  <a:moveTo>
                    <a:pt x="4465" y="0"/>
                  </a:moveTo>
                  <a:cubicBezTo>
                    <a:pt x="2001" y="0"/>
                    <a:pt x="0" y="2001"/>
                    <a:pt x="0" y="4465"/>
                  </a:cubicBezTo>
                  <a:cubicBezTo>
                    <a:pt x="0" y="6918"/>
                    <a:pt x="2001" y="8918"/>
                    <a:pt x="4465" y="8918"/>
                  </a:cubicBezTo>
                  <a:cubicBezTo>
                    <a:pt x="6930" y="8918"/>
                    <a:pt x="8930" y="6918"/>
                    <a:pt x="8930" y="4465"/>
                  </a:cubicBezTo>
                  <a:cubicBezTo>
                    <a:pt x="8930" y="2001"/>
                    <a:pt x="6930" y="0"/>
                    <a:pt x="4465" y="0"/>
                  </a:cubicBezTo>
                  <a:close/>
                </a:path>
              </a:pathLst>
            </a:custGeom>
            <a:grpFill/>
            <a:ln w="28575">
              <a:solidFill>
                <a:srgbClr val="04B6DF"/>
              </a:solidFill>
            </a:ln>
          </p:spPr>
          <p:txBody>
            <a:bodyPr spcFirstLastPara="1" wrap="square" lIns="91425" tIns="91425" rIns="91425" bIns="91425" anchor="ctr" anchorCtr="0">
              <a:noAutofit/>
            </a:bodyPr>
            <a:lstStyle/>
            <a:p>
              <a:endParaRPr>
                <a:solidFill>
                  <a:prstClr val="black"/>
                </a:solidFill>
                <a:latin typeface="Times New Roman" panose="02020603050405020304" pitchFamily="18" charset="0"/>
                <a:cs typeface="Times New Roman" panose="02020603050405020304" pitchFamily="18" charset="0"/>
              </a:endParaRPr>
            </a:p>
          </p:txBody>
        </p:sp>
      </p:grpSp>
      <p:sp>
        <p:nvSpPr>
          <p:cNvPr id="32" name="Номер слайда 3">
            <a:extLst>
              <a:ext uri="{FF2B5EF4-FFF2-40B4-BE49-F238E27FC236}">
                <a16:creationId xmlns:a16="http://schemas.microsoft.com/office/drawing/2014/main" id="{5493C955-948B-42B9-AC3E-B5122FA6A93F}"/>
              </a:ext>
            </a:extLst>
          </p:cNvPr>
          <p:cNvSpPr txBox="1">
            <a:spLocks/>
          </p:cNvSpPr>
          <p:nvPr/>
        </p:nvSpPr>
        <p:spPr>
          <a:xfrm>
            <a:off x="11511611" y="6147499"/>
            <a:ext cx="669925" cy="710501"/>
          </a:xfrm>
          <a:prstGeom prst="rect">
            <a:avLst/>
          </a:prstGeom>
          <a:solidFill>
            <a:srgbClr val="FF4747"/>
          </a:solidFill>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ru-RU" sz="3600" dirty="0">
                <a:latin typeface="Times New Roman" panose="02020603050405020304" pitchFamily="18" charset="0"/>
                <a:cs typeface="Times New Roman" panose="02020603050405020304" pitchFamily="18" charset="0"/>
              </a:rPr>
              <a:t>2</a:t>
            </a:r>
            <a:endParaRPr lang="ru-RU" altLang="ru-RU"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8907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Заголовок 1"/>
          <p:cNvSpPr txBox="1">
            <a:spLocks/>
          </p:cNvSpPr>
          <p:nvPr/>
        </p:nvSpPr>
        <p:spPr bwMode="auto">
          <a:xfrm>
            <a:off x="578621" y="96798"/>
            <a:ext cx="10932989" cy="49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00" tIns="121900" rIns="121900" bIns="121900" numCol="1" anchor="ctr" anchorCtr="0" compatLnSpc="1">
            <a:prstTxWarp prst="textNoShape">
              <a:avLst/>
            </a:prstTxWarp>
          </a:bodyPr>
          <a:lstStyle>
            <a:defPPr marR="0" lvl="0" algn="l" rtl="0">
              <a:lnSpc>
                <a:spcPct val="100000"/>
              </a:lnSpc>
              <a:spcBef>
                <a:spcPts val="0"/>
              </a:spcBef>
              <a:spcAft>
                <a:spcPts val="0"/>
              </a:spcAft>
            </a:defPPr>
            <a:lvl1pPr lvl="0" algn="l" rtl="0" eaLnBrk="0" fontAlgn="base" hangingPunct="0">
              <a:spcBef>
                <a:spcPts val="0"/>
              </a:spcBef>
              <a:spcAft>
                <a:spcPct val="0"/>
              </a:spcAft>
              <a:defRPr sz="2400" b="1">
                <a:solidFill>
                  <a:srgbClr val="0052A4"/>
                </a:solidFill>
                <a:latin typeface="Calibri" panose="020F0502020204030204" pitchFamily="34" charset="0"/>
                <a:ea typeface="Arial"/>
                <a:cs typeface="Calibri" panose="020F0502020204030204" pitchFamily="34" charset="0"/>
                <a:sym typeface="Arial" panose="020B0604020202020204" pitchFamily="34" charset="0"/>
              </a:defRPr>
            </a:lvl1pPr>
            <a:lvl2pPr lvl="1"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lvl="2"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lvl="3"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lvl="4"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lvl="5"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lvl="6"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lvl="7"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lvl="8"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1" algn="ctr" defTabSz="1238206">
              <a:spcBef>
                <a:spcPct val="0"/>
              </a:spcBef>
              <a:defRPr/>
            </a:pPr>
            <a:r>
              <a:t>BITIRUV MALAKAVIY ISHINING MAQSADI, OBYEKTI VA PREDMETI</a:t>
            </a:r>
            <a:endParaRPr lang="uz-Latn-UZ" sz="2400" b="1" dirty="0">
              <a:solidFill>
                <a:srgbClr val="04B6D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7" name="Номер слайда 3">
            <a:extLst>
              <a:ext uri="{FF2B5EF4-FFF2-40B4-BE49-F238E27FC236}">
                <a16:creationId xmlns:a16="http://schemas.microsoft.com/office/drawing/2014/main" id="{B3BB68BA-3173-4287-905B-5C1A1435D311}"/>
              </a:ext>
            </a:extLst>
          </p:cNvPr>
          <p:cNvSpPr txBox="1">
            <a:spLocks/>
          </p:cNvSpPr>
          <p:nvPr/>
        </p:nvSpPr>
        <p:spPr>
          <a:xfrm>
            <a:off x="11511611" y="6147499"/>
            <a:ext cx="669925" cy="710501"/>
          </a:xfrm>
          <a:prstGeom prst="rect">
            <a:avLst/>
          </a:prstGeom>
          <a:solidFill>
            <a:srgbClr val="223E91"/>
          </a:solidFill>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ru-RU" sz="3600" dirty="0">
                <a:latin typeface="Times New Roman" panose="02020603050405020304" pitchFamily="18" charset="0"/>
                <a:cs typeface="Times New Roman" panose="02020603050405020304" pitchFamily="18" charset="0"/>
              </a:rPr>
              <a:t>3</a:t>
            </a:r>
            <a:endParaRPr lang="ru-RU" altLang="ru-RU" sz="3600" dirty="0">
              <a:latin typeface="Times New Roman" panose="02020603050405020304" pitchFamily="18" charset="0"/>
              <a:cs typeface="Times New Roman" panose="02020603050405020304" pitchFamily="18" charset="0"/>
            </a:endParaRPr>
          </a:p>
        </p:txBody>
      </p:sp>
      <p:grpSp>
        <p:nvGrpSpPr>
          <p:cNvPr id="18" name="Группа 17">
            <a:extLst>
              <a:ext uri="{FF2B5EF4-FFF2-40B4-BE49-F238E27FC236}">
                <a16:creationId xmlns:a16="http://schemas.microsoft.com/office/drawing/2014/main" id="{52306ACD-25BC-45EA-9AA4-523900DC2A2F}"/>
              </a:ext>
            </a:extLst>
          </p:cNvPr>
          <p:cNvGrpSpPr/>
          <p:nvPr/>
        </p:nvGrpSpPr>
        <p:grpSpPr>
          <a:xfrm rot="10800000">
            <a:off x="649884" y="484637"/>
            <a:ext cx="11142171" cy="228522"/>
            <a:chOff x="0" y="5108032"/>
            <a:chExt cx="5807244" cy="345661"/>
          </a:xfrm>
          <a:solidFill>
            <a:srgbClr val="04B6DF"/>
          </a:solidFill>
        </p:grpSpPr>
        <p:cxnSp>
          <p:nvCxnSpPr>
            <p:cNvPr id="19" name="Google Shape;102;p15">
              <a:extLst>
                <a:ext uri="{FF2B5EF4-FFF2-40B4-BE49-F238E27FC236}">
                  <a16:creationId xmlns:a16="http://schemas.microsoft.com/office/drawing/2014/main" id="{5EE6760F-CC12-4373-BA5B-B9CBB2AACBB8}"/>
                </a:ext>
              </a:extLst>
            </p:cNvPr>
            <p:cNvCxnSpPr/>
            <p:nvPr/>
          </p:nvCxnSpPr>
          <p:spPr>
            <a:xfrm>
              <a:off x="0" y="5253356"/>
              <a:ext cx="5737489" cy="0"/>
            </a:xfrm>
            <a:prstGeom prst="straightConnector1">
              <a:avLst/>
            </a:prstGeom>
            <a:grpFill/>
            <a:ln w="28575" cap="flat" cmpd="sng">
              <a:solidFill>
                <a:srgbClr val="04B6DF"/>
              </a:solidFill>
              <a:prstDash val="solid"/>
              <a:round/>
              <a:headEnd type="none" w="med" len="med"/>
              <a:tailEnd type="none" w="med" len="med"/>
            </a:ln>
          </p:spPr>
        </p:cxnSp>
        <p:sp>
          <p:nvSpPr>
            <p:cNvPr id="20" name="Google Shape;104;p15">
              <a:extLst>
                <a:ext uri="{FF2B5EF4-FFF2-40B4-BE49-F238E27FC236}">
                  <a16:creationId xmlns:a16="http://schemas.microsoft.com/office/drawing/2014/main" id="{DF3BC47B-5DC8-4CED-82BC-135B001E2742}"/>
                </a:ext>
              </a:extLst>
            </p:cNvPr>
            <p:cNvSpPr/>
            <p:nvPr/>
          </p:nvSpPr>
          <p:spPr>
            <a:xfrm>
              <a:off x="5683677" y="5108032"/>
              <a:ext cx="123567" cy="345661"/>
            </a:xfrm>
            <a:custGeom>
              <a:avLst/>
              <a:gdLst/>
              <a:ahLst/>
              <a:cxnLst/>
              <a:rect l="l" t="t" r="r" b="b"/>
              <a:pathLst>
                <a:path w="8930" h="8919" extrusionOk="0">
                  <a:moveTo>
                    <a:pt x="4465" y="0"/>
                  </a:moveTo>
                  <a:cubicBezTo>
                    <a:pt x="2001" y="0"/>
                    <a:pt x="0" y="2001"/>
                    <a:pt x="0" y="4465"/>
                  </a:cubicBezTo>
                  <a:cubicBezTo>
                    <a:pt x="0" y="6918"/>
                    <a:pt x="2001" y="8918"/>
                    <a:pt x="4465" y="8918"/>
                  </a:cubicBezTo>
                  <a:cubicBezTo>
                    <a:pt x="6930" y="8918"/>
                    <a:pt x="8930" y="6918"/>
                    <a:pt x="8930" y="4465"/>
                  </a:cubicBezTo>
                  <a:cubicBezTo>
                    <a:pt x="8930" y="2001"/>
                    <a:pt x="6930" y="0"/>
                    <a:pt x="4465" y="0"/>
                  </a:cubicBezTo>
                  <a:close/>
                </a:path>
              </a:pathLst>
            </a:custGeom>
            <a:grpFill/>
            <a:ln w="28575">
              <a:solidFill>
                <a:srgbClr val="04B6DF"/>
              </a:solidFill>
            </a:ln>
          </p:spPr>
          <p:txBody>
            <a:bodyPr spcFirstLastPara="1" wrap="square" lIns="91425" tIns="91425" rIns="91425" bIns="91425" anchor="ctr" anchorCtr="0">
              <a:noAutofit/>
            </a:bodyPr>
            <a:lstStyle/>
            <a:p>
              <a:endParaRPr>
                <a:solidFill>
                  <a:prstClr val="black"/>
                </a:solidFill>
                <a:latin typeface="Times New Roman" panose="02020603050405020304" pitchFamily="18" charset="0"/>
                <a:cs typeface="Times New Roman" panose="02020603050405020304" pitchFamily="18" charset="0"/>
              </a:endParaRPr>
            </a:p>
          </p:txBody>
        </p:sp>
      </p:grpSp>
      <p:sp>
        <p:nvSpPr>
          <p:cNvPr id="2" name="AutoShape 6" descr="Toshkent axborot texnologiyalari universiteti Samarqand filiali | kirish  ballari 2024">
            <a:extLst>
              <a:ext uri="{FF2B5EF4-FFF2-40B4-BE49-F238E27FC236}">
                <a16:creationId xmlns:a16="http://schemas.microsoft.com/office/drawing/2014/main" id="{34C1EB9E-0788-436F-8056-3085A12FBEB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3" name="Прямоугольник 2"/>
          <p:cNvSpPr/>
          <p:nvPr/>
        </p:nvSpPr>
        <p:spPr>
          <a:xfrm>
            <a:off x="1370283" y="958309"/>
            <a:ext cx="9835210" cy="5565947"/>
          </a:xfrm>
          <a:prstGeom prst="rect">
            <a:avLst/>
          </a:prstGeom>
        </p:spPr>
        <p:txBody>
          <a:bodyPr wrap="square">
            <a:spAutoFit/>
          </a:bodyPr>
          <a:lstStyle/>
          <a:p>
            <a:pPr algn="just">
              <a:lnSpc>
                <a:spcPct val="150000"/>
              </a:lnSpc>
            </a:pPr>
            <a:r>
              <a:t>Maqsad: SwiftUI va Supabase texnologiyalari asosida parkinglarni qidirish, xaritada ko‘rish, oldindan band qilish, wallet orqali to‘lovni tasdiqlash va elektron chek olish imkonini beruvchi Smart Parking iOS mobil ilovasini ishlab chiqish.</a:t>
            </a:r>
          </a:p>
          <a:p/>
          <a:p>
            <a:r>
              <a:t>Obyekt: shahar avtoturargohlaridan foydalanish va ularni raqamli boshqarish jarayonlari.</a:t>
            </a:r>
          </a:p>
          <a:p/>
          <a:p>
            <a:r>
              <a:t>Predmet: Smart Parking mobil ilovasining arxitekturasi, foydalanuvchi va owner oqimlari, Supabase backend integratsiyasi, realtime availability, reservation, wallet, notification, review va localization modullari.</a:t>
            </a:r>
          </a:p>
        </p:txBody>
      </p:sp>
    </p:spTree>
    <p:extLst>
      <p:ext uri="{BB962C8B-B14F-4D97-AF65-F5344CB8AC3E}">
        <p14:creationId xmlns:p14="http://schemas.microsoft.com/office/powerpoint/2010/main" val="897128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19F33A-DCA7-4872-8972-F70B80091264}"/>
              </a:ext>
            </a:extLst>
          </p:cNvPr>
          <p:cNvSpPr txBox="1">
            <a:spLocks/>
          </p:cNvSpPr>
          <p:nvPr/>
        </p:nvSpPr>
        <p:spPr bwMode="auto">
          <a:xfrm>
            <a:off x="578621" y="96798"/>
            <a:ext cx="10932989" cy="49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00" tIns="121900" rIns="121900" bIns="121900" numCol="1" anchor="ctr" anchorCtr="0" compatLnSpc="1">
            <a:prstTxWarp prst="textNoShape">
              <a:avLst/>
            </a:prstTxWarp>
          </a:bodyPr>
          <a:lstStyle>
            <a:defPPr marR="0" lvl="0" algn="l" rtl="0">
              <a:lnSpc>
                <a:spcPct val="100000"/>
              </a:lnSpc>
              <a:spcBef>
                <a:spcPts val="0"/>
              </a:spcBef>
              <a:spcAft>
                <a:spcPts val="0"/>
              </a:spcAft>
            </a:defPPr>
            <a:lvl1pPr lvl="0" algn="l" rtl="0" eaLnBrk="0" fontAlgn="base" hangingPunct="0">
              <a:spcBef>
                <a:spcPts val="0"/>
              </a:spcBef>
              <a:spcAft>
                <a:spcPct val="0"/>
              </a:spcAft>
              <a:defRPr sz="2400" b="1">
                <a:solidFill>
                  <a:srgbClr val="0052A4"/>
                </a:solidFill>
                <a:latin typeface="Calibri" panose="020F0502020204030204" pitchFamily="34" charset="0"/>
                <a:ea typeface="Arial"/>
                <a:cs typeface="Calibri" panose="020F0502020204030204" pitchFamily="34" charset="0"/>
                <a:sym typeface="Arial" panose="020B0604020202020204" pitchFamily="34" charset="0"/>
              </a:defRPr>
            </a:lvl1pPr>
            <a:lvl2pPr lvl="1"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lvl="2"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lvl="3"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lvl="4"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lvl="5"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lvl="6"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lvl="7"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lvl="8"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1" algn="ctr" defTabSz="1238206">
              <a:spcBef>
                <a:spcPct val="0"/>
              </a:spcBef>
              <a:defRPr/>
            </a:pPr>
            <a:r>
              <a:t>MASALANING QO‘YILISHI</a:t>
            </a:r>
            <a:endParaRPr lang="uz-Latn-UZ" sz="2400" b="1" dirty="0">
              <a:solidFill>
                <a:srgbClr val="04B6D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Номер слайда 3">
            <a:extLst>
              <a:ext uri="{FF2B5EF4-FFF2-40B4-BE49-F238E27FC236}">
                <a16:creationId xmlns:a16="http://schemas.microsoft.com/office/drawing/2014/main" id="{6BEF65CD-8792-4ECC-98EE-A8652C39A4DE}"/>
              </a:ext>
            </a:extLst>
          </p:cNvPr>
          <p:cNvSpPr txBox="1">
            <a:spLocks/>
          </p:cNvSpPr>
          <p:nvPr/>
        </p:nvSpPr>
        <p:spPr>
          <a:xfrm>
            <a:off x="11511611" y="6147499"/>
            <a:ext cx="669925" cy="710501"/>
          </a:xfrm>
          <a:prstGeom prst="rect">
            <a:avLst/>
          </a:prstGeom>
          <a:solidFill>
            <a:srgbClr val="223E91"/>
          </a:solidFill>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ru-RU" sz="3600" dirty="0">
                <a:latin typeface="Times New Roman" panose="02020603050405020304" pitchFamily="18" charset="0"/>
                <a:cs typeface="Times New Roman" panose="02020603050405020304" pitchFamily="18" charset="0"/>
              </a:rPr>
              <a:t>4</a:t>
            </a:r>
            <a:endParaRPr lang="ru-RU" altLang="ru-RU" sz="3600" dirty="0">
              <a:latin typeface="Times New Roman" panose="02020603050405020304" pitchFamily="18" charset="0"/>
              <a:cs typeface="Times New Roman" panose="02020603050405020304" pitchFamily="18" charset="0"/>
            </a:endParaRPr>
          </a:p>
        </p:txBody>
      </p:sp>
      <p:grpSp>
        <p:nvGrpSpPr>
          <p:cNvPr id="4" name="Группа 3">
            <a:extLst>
              <a:ext uri="{FF2B5EF4-FFF2-40B4-BE49-F238E27FC236}">
                <a16:creationId xmlns:a16="http://schemas.microsoft.com/office/drawing/2014/main" id="{585EAFC6-BC49-4821-BB8B-5239F4C0DA7B}"/>
              </a:ext>
            </a:extLst>
          </p:cNvPr>
          <p:cNvGrpSpPr/>
          <p:nvPr/>
        </p:nvGrpSpPr>
        <p:grpSpPr>
          <a:xfrm rot="10800000">
            <a:off x="649884" y="484637"/>
            <a:ext cx="11142171" cy="228522"/>
            <a:chOff x="0" y="5108032"/>
            <a:chExt cx="5807244" cy="345661"/>
          </a:xfrm>
          <a:solidFill>
            <a:srgbClr val="04B6DF"/>
          </a:solidFill>
        </p:grpSpPr>
        <p:cxnSp>
          <p:nvCxnSpPr>
            <p:cNvPr id="5" name="Google Shape;102;p15">
              <a:extLst>
                <a:ext uri="{FF2B5EF4-FFF2-40B4-BE49-F238E27FC236}">
                  <a16:creationId xmlns:a16="http://schemas.microsoft.com/office/drawing/2014/main" id="{EEA0DE7D-7841-4B49-AD64-EA9375580580}"/>
                </a:ext>
              </a:extLst>
            </p:cNvPr>
            <p:cNvCxnSpPr/>
            <p:nvPr/>
          </p:nvCxnSpPr>
          <p:spPr>
            <a:xfrm>
              <a:off x="0" y="5253356"/>
              <a:ext cx="5737489" cy="0"/>
            </a:xfrm>
            <a:prstGeom prst="straightConnector1">
              <a:avLst/>
            </a:prstGeom>
            <a:grpFill/>
            <a:ln w="28575" cap="flat" cmpd="sng">
              <a:solidFill>
                <a:srgbClr val="04B6DF"/>
              </a:solidFill>
              <a:prstDash val="solid"/>
              <a:round/>
              <a:headEnd type="none" w="med" len="med"/>
              <a:tailEnd type="none" w="med" len="med"/>
            </a:ln>
          </p:spPr>
        </p:cxnSp>
        <p:sp>
          <p:nvSpPr>
            <p:cNvPr id="6" name="Google Shape;104;p15">
              <a:extLst>
                <a:ext uri="{FF2B5EF4-FFF2-40B4-BE49-F238E27FC236}">
                  <a16:creationId xmlns:a16="http://schemas.microsoft.com/office/drawing/2014/main" id="{9FAC07EC-69AB-4454-81B8-9FD8F98E21EB}"/>
                </a:ext>
              </a:extLst>
            </p:cNvPr>
            <p:cNvSpPr/>
            <p:nvPr/>
          </p:nvSpPr>
          <p:spPr>
            <a:xfrm>
              <a:off x="5683677" y="5108032"/>
              <a:ext cx="123567" cy="345661"/>
            </a:xfrm>
            <a:custGeom>
              <a:avLst/>
              <a:gdLst/>
              <a:ahLst/>
              <a:cxnLst/>
              <a:rect l="l" t="t" r="r" b="b"/>
              <a:pathLst>
                <a:path w="8930" h="8919" extrusionOk="0">
                  <a:moveTo>
                    <a:pt x="4465" y="0"/>
                  </a:moveTo>
                  <a:cubicBezTo>
                    <a:pt x="2001" y="0"/>
                    <a:pt x="0" y="2001"/>
                    <a:pt x="0" y="4465"/>
                  </a:cubicBezTo>
                  <a:cubicBezTo>
                    <a:pt x="0" y="6918"/>
                    <a:pt x="2001" y="8918"/>
                    <a:pt x="4465" y="8918"/>
                  </a:cubicBezTo>
                  <a:cubicBezTo>
                    <a:pt x="6930" y="8918"/>
                    <a:pt x="8930" y="6918"/>
                    <a:pt x="8930" y="4465"/>
                  </a:cubicBezTo>
                  <a:cubicBezTo>
                    <a:pt x="8930" y="2001"/>
                    <a:pt x="6930" y="0"/>
                    <a:pt x="4465" y="0"/>
                  </a:cubicBezTo>
                  <a:close/>
                </a:path>
              </a:pathLst>
            </a:custGeom>
            <a:grpFill/>
            <a:ln w="28575">
              <a:solidFill>
                <a:srgbClr val="04B6DF"/>
              </a:solidFill>
            </a:ln>
          </p:spPr>
          <p:txBody>
            <a:bodyPr spcFirstLastPara="1" wrap="square" lIns="91425" tIns="91425" rIns="91425" bIns="91425" anchor="ctr" anchorCtr="0">
              <a:noAutofit/>
            </a:bodyPr>
            <a:lstStyle/>
            <a:p>
              <a:endParaRPr>
                <a:solidFill>
                  <a:prstClr val="black"/>
                </a:solidFill>
                <a:latin typeface="Times New Roman" panose="02020603050405020304" pitchFamily="18" charset="0"/>
                <a:cs typeface="Times New Roman" panose="02020603050405020304" pitchFamily="18" charset="0"/>
              </a:endParaRPr>
            </a:p>
          </p:txBody>
        </p:sp>
      </p:grpSp>
      <p:sp>
        <p:nvSpPr>
          <p:cNvPr id="7" name="AutoShape 6" descr="Toshkent axborot texnologiyalari universiteti Samarqand filiali | kirish  ballari 2024">
            <a:extLst>
              <a:ext uri="{FF2B5EF4-FFF2-40B4-BE49-F238E27FC236}">
                <a16:creationId xmlns:a16="http://schemas.microsoft.com/office/drawing/2014/main" id="{3FEA528F-3B00-44B6-A638-1AD652AEBE3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997147" y="1047434"/>
            <a:ext cx="10197705" cy="5565947"/>
          </a:xfrm>
          <a:prstGeom prst="rect">
            <a:avLst/>
          </a:prstGeom>
        </p:spPr>
        <p:txBody>
          <a:bodyPr wrap="square">
            <a:spAutoFit/>
          </a:bodyPr>
          <a:lstStyle/>
          <a:p>
            <a:pPr lvl="1" algn="just">
              <a:lnSpc>
                <a:spcPct val="150000"/>
              </a:lnSpc>
            </a:pPr>
            <a:r>
              <a:t>Avtoturargoh boshqaruvidagi muammolar va mavjud analog yechimlarni tahlil qilish.</a:t>
            </a:r>
          </a:p>
          <a:p>
            <a:r>
              <a:t>Customer va owner rollari uchun funksional talablarni shakllantirish.</a:t>
            </a:r>
          </a:p>
          <a:p>
            <a:r>
              <a:t>SwiftUI asosida login, home, explore, detail, booking, bookings, favorite va profile ekranlarini ishlab chiqish.</a:t>
            </a:r>
          </a:p>
          <a:p>
            <a:r>
              <a:t>Supabase Auth, Postgres, Realtime, Storage va RPC bilan backend integratsiyasini tashkil qilish.</a:t>
            </a:r>
          </a:p>
          <a:p>
            <a:r>
              <a:t>Realtime parking availability va reservation oqimini yaratish.</a:t>
            </a:r>
          </a:p>
          <a:p>
            <a:r>
              <a:t>Wallet, notification, review, vehicles va favorites modullarini joriy etish.</a:t>
            </a:r>
          </a:p>
          <a:p>
            <a:r>
              <a:t>Owner panelida dashboard, parking CRUD va reservations monitoring funksiyalarini ishlab chiqish.</a:t>
            </a:r>
          </a:p>
          <a:p>
            <a:r>
              <a:t>Ilova ekranlari asosida foydalanuvchi yo‘riqnomasini tayyorlash.</a:t>
            </a:r>
          </a:p>
        </p:txBody>
      </p:sp>
    </p:spTree>
    <p:extLst>
      <p:ext uri="{BB962C8B-B14F-4D97-AF65-F5344CB8AC3E}">
        <p14:creationId xmlns:p14="http://schemas.microsoft.com/office/powerpoint/2010/main" val="4268549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19F33A-DCA7-4872-8972-F70B80091264}"/>
              </a:ext>
            </a:extLst>
          </p:cNvPr>
          <p:cNvSpPr txBox="1">
            <a:spLocks/>
          </p:cNvSpPr>
          <p:nvPr/>
        </p:nvSpPr>
        <p:spPr bwMode="auto">
          <a:xfrm>
            <a:off x="578621" y="96798"/>
            <a:ext cx="10932989" cy="49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00" tIns="121900" rIns="121900" bIns="121900" numCol="1" anchor="ctr" anchorCtr="0" compatLnSpc="1">
            <a:prstTxWarp prst="textNoShape">
              <a:avLst/>
            </a:prstTxWarp>
          </a:bodyPr>
          <a:lstStyle>
            <a:defPPr marR="0" lvl="0" algn="l" rtl="0">
              <a:lnSpc>
                <a:spcPct val="100000"/>
              </a:lnSpc>
              <a:spcBef>
                <a:spcPts val="0"/>
              </a:spcBef>
              <a:spcAft>
                <a:spcPts val="0"/>
              </a:spcAft>
            </a:defPPr>
            <a:lvl1pPr lvl="0" algn="l" rtl="0" eaLnBrk="0" fontAlgn="base" hangingPunct="0">
              <a:spcBef>
                <a:spcPts val="0"/>
              </a:spcBef>
              <a:spcAft>
                <a:spcPct val="0"/>
              </a:spcAft>
              <a:defRPr sz="2400" b="1">
                <a:solidFill>
                  <a:srgbClr val="0052A4"/>
                </a:solidFill>
                <a:latin typeface="Calibri" panose="020F0502020204030204" pitchFamily="34" charset="0"/>
                <a:ea typeface="Arial"/>
                <a:cs typeface="Calibri" panose="020F0502020204030204" pitchFamily="34" charset="0"/>
                <a:sym typeface="Arial" panose="020B0604020202020204" pitchFamily="34" charset="0"/>
              </a:defRPr>
            </a:lvl1pPr>
            <a:lvl2pPr lvl="1"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lvl="2"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lvl="3"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lvl="4"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lvl="5"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lvl="6"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lvl="7"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lvl="8"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1" algn="ctr" defTabSz="1238206">
              <a:spcBef>
                <a:spcPct val="0"/>
              </a:spcBef>
              <a:defRPr/>
            </a:pPr>
            <a:r>
              <a:t>Hisob yaratish va tizimga kirish oynalari</a:t>
            </a:r>
            <a:endParaRPr lang="uz-Latn-UZ" sz="2400" b="1" dirty="0">
              <a:solidFill>
                <a:srgbClr val="04B6D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Номер слайда 3">
            <a:extLst>
              <a:ext uri="{FF2B5EF4-FFF2-40B4-BE49-F238E27FC236}">
                <a16:creationId xmlns:a16="http://schemas.microsoft.com/office/drawing/2014/main" id="{6BEF65CD-8792-4ECC-98EE-A8652C39A4DE}"/>
              </a:ext>
            </a:extLst>
          </p:cNvPr>
          <p:cNvSpPr txBox="1">
            <a:spLocks/>
          </p:cNvSpPr>
          <p:nvPr/>
        </p:nvSpPr>
        <p:spPr>
          <a:xfrm>
            <a:off x="11511611" y="6147499"/>
            <a:ext cx="669925" cy="710501"/>
          </a:xfrm>
          <a:prstGeom prst="rect">
            <a:avLst/>
          </a:prstGeom>
          <a:solidFill>
            <a:srgbClr val="223E91"/>
          </a:solidFill>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ru-RU" sz="3600" dirty="0">
                <a:latin typeface="Times New Roman" panose="02020603050405020304" pitchFamily="18" charset="0"/>
                <a:cs typeface="Times New Roman" panose="02020603050405020304" pitchFamily="18" charset="0"/>
              </a:rPr>
              <a:t>5</a:t>
            </a:r>
            <a:endParaRPr lang="ru-RU" altLang="ru-RU" sz="3600" dirty="0">
              <a:latin typeface="Times New Roman" panose="02020603050405020304" pitchFamily="18" charset="0"/>
              <a:cs typeface="Times New Roman" panose="02020603050405020304" pitchFamily="18" charset="0"/>
            </a:endParaRPr>
          </a:p>
        </p:txBody>
      </p:sp>
      <p:grpSp>
        <p:nvGrpSpPr>
          <p:cNvPr id="4" name="Группа 3">
            <a:extLst>
              <a:ext uri="{FF2B5EF4-FFF2-40B4-BE49-F238E27FC236}">
                <a16:creationId xmlns:a16="http://schemas.microsoft.com/office/drawing/2014/main" id="{585EAFC6-BC49-4821-BB8B-5239F4C0DA7B}"/>
              </a:ext>
            </a:extLst>
          </p:cNvPr>
          <p:cNvGrpSpPr/>
          <p:nvPr/>
        </p:nvGrpSpPr>
        <p:grpSpPr>
          <a:xfrm rot="10800000">
            <a:off x="677314" y="481762"/>
            <a:ext cx="11142171" cy="228522"/>
            <a:chOff x="0" y="5108032"/>
            <a:chExt cx="5807244" cy="345661"/>
          </a:xfrm>
          <a:solidFill>
            <a:srgbClr val="04B6DF"/>
          </a:solidFill>
        </p:grpSpPr>
        <p:cxnSp>
          <p:nvCxnSpPr>
            <p:cNvPr id="5" name="Google Shape;102;p15">
              <a:extLst>
                <a:ext uri="{FF2B5EF4-FFF2-40B4-BE49-F238E27FC236}">
                  <a16:creationId xmlns:a16="http://schemas.microsoft.com/office/drawing/2014/main" id="{EEA0DE7D-7841-4B49-AD64-EA9375580580}"/>
                </a:ext>
              </a:extLst>
            </p:cNvPr>
            <p:cNvCxnSpPr/>
            <p:nvPr/>
          </p:nvCxnSpPr>
          <p:spPr>
            <a:xfrm>
              <a:off x="0" y="5253356"/>
              <a:ext cx="5737489" cy="0"/>
            </a:xfrm>
            <a:prstGeom prst="straightConnector1">
              <a:avLst/>
            </a:prstGeom>
            <a:grpFill/>
            <a:ln w="28575" cap="flat" cmpd="sng">
              <a:solidFill>
                <a:srgbClr val="04B6DF"/>
              </a:solidFill>
              <a:prstDash val="solid"/>
              <a:round/>
              <a:headEnd type="none" w="med" len="med"/>
              <a:tailEnd type="none" w="med" len="med"/>
            </a:ln>
          </p:spPr>
        </p:cxnSp>
        <p:sp>
          <p:nvSpPr>
            <p:cNvPr id="6" name="Google Shape;104;p15">
              <a:extLst>
                <a:ext uri="{FF2B5EF4-FFF2-40B4-BE49-F238E27FC236}">
                  <a16:creationId xmlns:a16="http://schemas.microsoft.com/office/drawing/2014/main" id="{9FAC07EC-69AB-4454-81B8-9FD8F98E21EB}"/>
                </a:ext>
              </a:extLst>
            </p:cNvPr>
            <p:cNvSpPr/>
            <p:nvPr/>
          </p:nvSpPr>
          <p:spPr>
            <a:xfrm>
              <a:off x="5683677" y="5108032"/>
              <a:ext cx="123567" cy="345661"/>
            </a:xfrm>
            <a:custGeom>
              <a:avLst/>
              <a:gdLst/>
              <a:ahLst/>
              <a:cxnLst/>
              <a:rect l="l" t="t" r="r" b="b"/>
              <a:pathLst>
                <a:path w="8930" h="8919" extrusionOk="0">
                  <a:moveTo>
                    <a:pt x="4465" y="0"/>
                  </a:moveTo>
                  <a:cubicBezTo>
                    <a:pt x="2001" y="0"/>
                    <a:pt x="0" y="2001"/>
                    <a:pt x="0" y="4465"/>
                  </a:cubicBezTo>
                  <a:cubicBezTo>
                    <a:pt x="0" y="6918"/>
                    <a:pt x="2001" y="8918"/>
                    <a:pt x="4465" y="8918"/>
                  </a:cubicBezTo>
                  <a:cubicBezTo>
                    <a:pt x="6930" y="8918"/>
                    <a:pt x="8930" y="6918"/>
                    <a:pt x="8930" y="4465"/>
                  </a:cubicBezTo>
                  <a:cubicBezTo>
                    <a:pt x="8930" y="2001"/>
                    <a:pt x="6930" y="0"/>
                    <a:pt x="4465" y="0"/>
                  </a:cubicBezTo>
                  <a:close/>
                </a:path>
              </a:pathLst>
            </a:custGeom>
            <a:grpFill/>
            <a:ln w="28575">
              <a:solidFill>
                <a:srgbClr val="04B6DF"/>
              </a:solidFill>
            </a:ln>
          </p:spPr>
          <p:txBody>
            <a:bodyPr spcFirstLastPara="1" wrap="square" lIns="91425" tIns="91425" rIns="91425" bIns="91425" anchor="ctr" anchorCtr="0">
              <a:noAutofit/>
            </a:bodyPr>
            <a:lstStyle/>
            <a:p>
              <a:endParaRPr>
                <a:solidFill>
                  <a:prstClr val="black"/>
                </a:solidFill>
                <a:latin typeface="Times New Roman" panose="02020603050405020304" pitchFamily="18" charset="0"/>
                <a:cs typeface="Times New Roman" panose="02020603050405020304" pitchFamily="18" charset="0"/>
              </a:endParaRPr>
            </a:p>
          </p:txBody>
        </p:sp>
      </p:grpSp>
      <p:sp>
        <p:nvSpPr>
          <p:cNvPr id="7" name="AutoShape 6" descr="Toshkent axborot texnologiyalari universiteti Samarqand filiali | kirish  ballari 2024">
            <a:extLst>
              <a:ext uri="{FF2B5EF4-FFF2-40B4-BE49-F238E27FC236}">
                <a16:creationId xmlns:a16="http://schemas.microsoft.com/office/drawing/2014/main" id="{3FEA528F-3B00-44B6-A638-1AD652AEBE3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865331" y="5397627"/>
            <a:ext cx="10646279" cy="1200329"/>
          </a:xfrm>
          <a:prstGeom prst="rect">
            <a:avLst/>
          </a:prstGeom>
        </p:spPr>
        <p:txBody>
          <a:bodyPr wrap="square">
            <a:spAutoFit/>
          </a:bodyPr>
          <a:lstStyle/>
          <a:p>
            <a:pPr algn="just"/>
            <a:r>
              <a:t>Smart Parking ilovasida foydalanuvchi hisob yaratadi yoki email va parol orqali tizimga kiradi. Session Supabase Auth orqali tekshiriladi va foydalanuvchi roli bo‘yicha customer yoki owner oqimiga yo‘naltiriladi.</a:t>
            </a:r>
            <a:endParaRPr lang="ru-RU" sz="2400" dirty="0">
              <a:latin typeface="Times New Roman" panose="02020603050405020304" pitchFamily="18" charset="0"/>
              <a:cs typeface="Times New Roman" panose="02020603050405020304" pitchFamily="18" charset="0"/>
            </a:endParaRPr>
          </a:p>
        </p:txBody>
      </p:sp>
      <p:pic>
        <p:nvPicPr>
          <p:cNvPr id="11" name="Picture 10" descr="auth.jpg"/>
          <p:cNvPicPr>
            <a:picLocks noChangeAspect="1"/>
          </p:cNvPicPr>
          <p:nvPr/>
        </p:nvPicPr>
        <p:blipFill>
          <a:blip r:embed="rId3"/>
          <a:stretch>
            <a:fillRect/>
          </a:stretch>
        </p:blipFill>
        <p:spPr>
          <a:xfrm>
            <a:off x="2343371" y="970620"/>
            <a:ext cx="7505258" cy="4221708"/>
          </a:xfrm>
          <a:prstGeom prst="rect">
            <a:avLst/>
          </a:prstGeom>
        </p:spPr>
      </p:pic>
    </p:spTree>
    <p:extLst>
      <p:ext uri="{BB962C8B-B14F-4D97-AF65-F5344CB8AC3E}">
        <p14:creationId xmlns:p14="http://schemas.microsoft.com/office/powerpoint/2010/main" val="1802199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pPr defTabSz="1219170" fontAlgn="base">
              <a:spcBef>
                <a:spcPct val="0"/>
              </a:spcBef>
              <a:spcAft>
                <a:spcPct val="0"/>
              </a:spcAft>
            </a:pPr>
            <a:r>
              <a:t>Bosh sahifa</a:t>
            </a:r>
            <a:endParaRPr lang="ru-RU"/>
          </a:p>
        </p:txBody>
      </p:sp>
      <p:sp>
        <p:nvSpPr>
          <p:cNvPr id="5" name="Номер слайда 3">
            <a:extLst>
              <a:ext uri="{FF2B5EF4-FFF2-40B4-BE49-F238E27FC236}">
                <a16:creationId xmlns:a16="http://schemas.microsoft.com/office/drawing/2014/main" id="{6BEF65CD-8792-4ECC-98EE-A8652C39A4DE}"/>
              </a:ext>
            </a:extLst>
          </p:cNvPr>
          <p:cNvSpPr txBox="1">
            <a:spLocks/>
          </p:cNvSpPr>
          <p:nvPr/>
        </p:nvSpPr>
        <p:spPr>
          <a:xfrm>
            <a:off x="11511611" y="6147499"/>
            <a:ext cx="669925" cy="710501"/>
          </a:xfrm>
          <a:prstGeom prst="rect">
            <a:avLst/>
          </a:prstGeom>
          <a:solidFill>
            <a:srgbClr val="223E91"/>
          </a:solidFill>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ru-RU" sz="3600" dirty="0">
                <a:latin typeface="Times New Roman" panose="02020603050405020304" pitchFamily="18" charset="0"/>
                <a:cs typeface="Times New Roman" panose="02020603050405020304" pitchFamily="18" charset="0"/>
              </a:rPr>
              <a:t>6</a:t>
            </a:r>
            <a:endParaRPr lang="ru-RU" altLang="ru-RU" sz="3600" dirty="0">
              <a:latin typeface="Times New Roman" panose="02020603050405020304" pitchFamily="18" charset="0"/>
              <a:cs typeface="Times New Roman" panose="02020603050405020304" pitchFamily="18" charset="0"/>
            </a:endParaRPr>
          </a:p>
        </p:txBody>
      </p:sp>
      <p:grpSp>
        <p:nvGrpSpPr>
          <p:cNvPr id="7" name="Группа 6">
            <a:extLst>
              <a:ext uri="{FF2B5EF4-FFF2-40B4-BE49-F238E27FC236}">
                <a16:creationId xmlns:a16="http://schemas.microsoft.com/office/drawing/2014/main" id="{A166282C-4E03-4334-BC52-270663CB592B}"/>
              </a:ext>
            </a:extLst>
          </p:cNvPr>
          <p:cNvGrpSpPr/>
          <p:nvPr/>
        </p:nvGrpSpPr>
        <p:grpSpPr>
          <a:xfrm rot="10800000">
            <a:off x="704402" y="645623"/>
            <a:ext cx="11142171" cy="228522"/>
            <a:chOff x="0" y="5108032"/>
            <a:chExt cx="5807244" cy="345661"/>
          </a:xfrm>
          <a:solidFill>
            <a:srgbClr val="04B6DF"/>
          </a:solidFill>
        </p:grpSpPr>
        <p:cxnSp>
          <p:nvCxnSpPr>
            <p:cNvPr id="8" name="Google Shape;102;p15">
              <a:extLst>
                <a:ext uri="{FF2B5EF4-FFF2-40B4-BE49-F238E27FC236}">
                  <a16:creationId xmlns:a16="http://schemas.microsoft.com/office/drawing/2014/main" id="{2A98C6BE-CECB-46BB-801E-A9A8DE8EDB0B}"/>
                </a:ext>
              </a:extLst>
            </p:cNvPr>
            <p:cNvCxnSpPr/>
            <p:nvPr/>
          </p:nvCxnSpPr>
          <p:spPr>
            <a:xfrm>
              <a:off x="0" y="5253356"/>
              <a:ext cx="5737489" cy="0"/>
            </a:xfrm>
            <a:prstGeom prst="straightConnector1">
              <a:avLst/>
            </a:prstGeom>
            <a:grpFill/>
            <a:ln w="28575" cap="flat" cmpd="sng">
              <a:solidFill>
                <a:srgbClr val="04B6DF"/>
              </a:solidFill>
              <a:prstDash val="solid"/>
              <a:round/>
              <a:headEnd type="none" w="med" len="med"/>
              <a:tailEnd type="none" w="med" len="med"/>
            </a:ln>
          </p:spPr>
        </p:cxnSp>
        <p:sp>
          <p:nvSpPr>
            <p:cNvPr id="9" name="Google Shape;104;p15">
              <a:extLst>
                <a:ext uri="{FF2B5EF4-FFF2-40B4-BE49-F238E27FC236}">
                  <a16:creationId xmlns:a16="http://schemas.microsoft.com/office/drawing/2014/main" id="{D28EB015-D5E5-4E97-BBE1-461AE0830A3B}"/>
                </a:ext>
              </a:extLst>
            </p:cNvPr>
            <p:cNvSpPr/>
            <p:nvPr/>
          </p:nvSpPr>
          <p:spPr>
            <a:xfrm>
              <a:off x="5683677" y="5108032"/>
              <a:ext cx="123567" cy="345661"/>
            </a:xfrm>
            <a:custGeom>
              <a:avLst/>
              <a:gdLst/>
              <a:ahLst/>
              <a:cxnLst/>
              <a:rect l="l" t="t" r="r" b="b"/>
              <a:pathLst>
                <a:path w="8930" h="8919" extrusionOk="0">
                  <a:moveTo>
                    <a:pt x="4465" y="0"/>
                  </a:moveTo>
                  <a:cubicBezTo>
                    <a:pt x="2001" y="0"/>
                    <a:pt x="0" y="2001"/>
                    <a:pt x="0" y="4465"/>
                  </a:cubicBezTo>
                  <a:cubicBezTo>
                    <a:pt x="0" y="6918"/>
                    <a:pt x="2001" y="8918"/>
                    <a:pt x="4465" y="8918"/>
                  </a:cubicBezTo>
                  <a:cubicBezTo>
                    <a:pt x="6930" y="8918"/>
                    <a:pt x="8930" y="6918"/>
                    <a:pt x="8930" y="4465"/>
                  </a:cubicBezTo>
                  <a:cubicBezTo>
                    <a:pt x="8930" y="2001"/>
                    <a:pt x="6930" y="0"/>
                    <a:pt x="4465" y="0"/>
                  </a:cubicBezTo>
                  <a:close/>
                </a:path>
              </a:pathLst>
            </a:custGeom>
            <a:grpFill/>
            <a:ln w="28575">
              <a:solidFill>
                <a:srgbClr val="04B6DF"/>
              </a:solidFill>
            </a:ln>
          </p:spPr>
          <p:txBody>
            <a:bodyPr spcFirstLastPara="1" wrap="square" lIns="91425" tIns="91425" rIns="91425" bIns="91425" anchor="ctr" anchorCtr="0">
              <a:noAutofit/>
            </a:bodyPr>
            <a:lstStyle/>
            <a:p>
              <a:endParaRPr>
                <a:solidFill>
                  <a:prstClr val="black"/>
                </a:solidFill>
                <a:latin typeface="Times New Roman" panose="02020603050405020304" pitchFamily="18" charset="0"/>
                <a:cs typeface="Times New Roman" panose="02020603050405020304" pitchFamily="18" charset="0"/>
              </a:endParaRPr>
            </a:p>
          </p:txBody>
        </p:sp>
      </p:grpSp>
      <p:sp>
        <p:nvSpPr>
          <p:cNvPr id="10" name="Заголовок 1">
            <a:extLst>
              <a:ext uri="{FF2B5EF4-FFF2-40B4-BE49-F238E27FC236}">
                <a16:creationId xmlns:a16="http://schemas.microsoft.com/office/drawing/2014/main" id="{823173D6-7F75-4992-8A7B-DF271A098B71}"/>
              </a:ext>
            </a:extLst>
          </p:cNvPr>
          <p:cNvSpPr txBox="1">
            <a:spLocks/>
          </p:cNvSpPr>
          <p:nvPr/>
        </p:nvSpPr>
        <p:spPr bwMode="auto">
          <a:xfrm>
            <a:off x="578621" y="96798"/>
            <a:ext cx="10932989" cy="49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00" tIns="121900" rIns="121900" bIns="121900" numCol="1" anchor="ctr" anchorCtr="0" compatLnSpc="1">
            <a:prstTxWarp prst="textNoShape">
              <a:avLst/>
            </a:prstTxWarp>
          </a:bodyPr>
          <a:lstStyle>
            <a:defPPr marR="0" lvl="0" algn="l" rtl="0">
              <a:lnSpc>
                <a:spcPct val="100000"/>
              </a:lnSpc>
              <a:spcBef>
                <a:spcPts val="0"/>
              </a:spcBef>
              <a:spcAft>
                <a:spcPts val="0"/>
              </a:spcAft>
            </a:defPPr>
            <a:lvl1pPr lvl="0" algn="l" rtl="0" eaLnBrk="0" fontAlgn="base" hangingPunct="0">
              <a:spcBef>
                <a:spcPts val="0"/>
              </a:spcBef>
              <a:spcAft>
                <a:spcPct val="0"/>
              </a:spcAft>
              <a:defRPr sz="2400" b="1">
                <a:solidFill>
                  <a:srgbClr val="0052A4"/>
                </a:solidFill>
                <a:latin typeface="Calibri" panose="020F0502020204030204" pitchFamily="34" charset="0"/>
                <a:ea typeface="Arial"/>
                <a:cs typeface="Calibri" panose="020F0502020204030204" pitchFamily="34" charset="0"/>
                <a:sym typeface="Arial" panose="020B0604020202020204" pitchFamily="34" charset="0"/>
              </a:defRPr>
            </a:lvl1pPr>
            <a:lvl2pPr lvl="1"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lvl="2"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lvl="3"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lvl="4"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lvl="5"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lvl="6"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lvl="7"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lvl="8"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1" algn="ctr" defTabSz="1238206">
              <a:spcBef>
                <a:spcPct val="0"/>
              </a:spcBef>
              <a:defRPr/>
            </a:pPr>
            <a:r>
              <a:t>Bosh sahifada shahar tanlash, qidiruv, ommabop va yaqindagi parkinglar ko‘rsatiladi. Kartalarda narx, reyting, masofa va mavjud joylar soni foydalanuvchiga tez qaror qabul qilishga yordam beradi.</a:t>
            </a:r>
            <a:endParaRPr lang="uz-Latn-UZ" sz="2400" b="1" dirty="0">
              <a:solidFill>
                <a:srgbClr val="04B6D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50177D33-2A9B-4D5F-B716-14668D00C3BA}"/>
              </a:ext>
            </a:extLst>
          </p:cNvPr>
          <p:cNvSpPr txBox="1"/>
          <p:nvPr/>
        </p:nvSpPr>
        <p:spPr>
          <a:xfrm>
            <a:off x="630634" y="5560873"/>
            <a:ext cx="10880976" cy="1200329"/>
          </a:xfrm>
          <a:prstGeom prst="rect">
            <a:avLst/>
          </a:prstGeom>
          <a:noFill/>
        </p:spPr>
        <p:txBody>
          <a:bodyPr wrap="square">
            <a:spAutoFit/>
          </a:bodyPr>
          <a:lstStyle/>
          <a:p>
            <a:pPr algn="just">
              <a:spcAft>
                <a:spcPts val="1000"/>
              </a:spcAft>
            </a:pPr>
            <a:r>
              <a:t>Bosh sahifada shahar tanlash, qidiruv, ommabop va yaqindagi parkinglar ko‘rsatiladi. Kartalarda narx, reyting, masofa va mavjud joylar soni foydalanuvchiga tez qaror qabul qilishga yordam beradi.</a:t>
            </a:r>
            <a:endParaRPr lang="en-US" sz="2400" dirty="0">
              <a:effectLst/>
              <a:latin typeface="Calibri" panose="020F0502020204030204" pitchFamily="34" charset="0"/>
              <a:ea typeface="DengXian" panose="02010600030101010101" pitchFamily="2" charset="-122"/>
              <a:cs typeface="Times New Roman" panose="02020603050405020304" pitchFamily="18" charset="0"/>
            </a:endParaRPr>
          </a:p>
        </p:txBody>
      </p:sp>
      <p:pic>
        <p:nvPicPr>
          <p:cNvPr id="14" name="Picture 13" descr="home.jpg"/>
          <p:cNvPicPr>
            <a:picLocks noChangeAspect="1"/>
          </p:cNvPicPr>
          <p:nvPr/>
        </p:nvPicPr>
        <p:blipFill>
          <a:blip r:embed="rId3"/>
          <a:stretch>
            <a:fillRect/>
          </a:stretch>
        </p:blipFill>
        <p:spPr>
          <a:xfrm>
            <a:off x="2589744" y="1087712"/>
            <a:ext cx="7505322" cy="4221744"/>
          </a:xfrm>
          <a:prstGeom prst="rect">
            <a:avLst/>
          </a:prstGeom>
        </p:spPr>
      </p:pic>
    </p:spTree>
    <p:extLst>
      <p:ext uri="{BB962C8B-B14F-4D97-AF65-F5344CB8AC3E}">
        <p14:creationId xmlns:p14="http://schemas.microsoft.com/office/powerpoint/2010/main" val="3184323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pPr defTabSz="1219170" fontAlgn="base">
              <a:spcBef>
                <a:spcPct val="0"/>
              </a:spcBef>
              <a:spcAft>
                <a:spcPct val="0"/>
              </a:spcAft>
            </a:pPr>
            <a:r>
              <a:t>Xarita va parking tafsilotlari</a:t>
            </a:r>
            <a:endParaRPr lang="ru-RU"/>
          </a:p>
        </p:txBody>
      </p:sp>
      <p:sp>
        <p:nvSpPr>
          <p:cNvPr id="4" name="Номер слайда 3">
            <a:extLst>
              <a:ext uri="{FF2B5EF4-FFF2-40B4-BE49-F238E27FC236}">
                <a16:creationId xmlns:a16="http://schemas.microsoft.com/office/drawing/2014/main" id="{6BEF65CD-8792-4ECC-98EE-A8652C39A4DE}"/>
              </a:ext>
            </a:extLst>
          </p:cNvPr>
          <p:cNvSpPr txBox="1">
            <a:spLocks/>
          </p:cNvSpPr>
          <p:nvPr/>
        </p:nvSpPr>
        <p:spPr>
          <a:xfrm>
            <a:off x="11511611" y="6147499"/>
            <a:ext cx="669925" cy="710501"/>
          </a:xfrm>
          <a:prstGeom prst="rect">
            <a:avLst/>
          </a:prstGeom>
          <a:solidFill>
            <a:srgbClr val="223E91"/>
          </a:solidFill>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ru-RU" sz="3600" dirty="0">
                <a:latin typeface="Times New Roman" panose="02020603050405020304" pitchFamily="18" charset="0"/>
                <a:cs typeface="Times New Roman" panose="02020603050405020304" pitchFamily="18" charset="0"/>
              </a:rPr>
              <a:t>7</a:t>
            </a:r>
            <a:endParaRPr lang="ru-RU" altLang="ru-RU" sz="3600" dirty="0">
              <a:latin typeface="Times New Roman" panose="02020603050405020304" pitchFamily="18" charset="0"/>
              <a:cs typeface="Times New Roman" panose="02020603050405020304" pitchFamily="18" charset="0"/>
            </a:endParaRPr>
          </a:p>
        </p:txBody>
      </p:sp>
      <p:grpSp>
        <p:nvGrpSpPr>
          <p:cNvPr id="6" name="Группа 5">
            <a:extLst>
              <a:ext uri="{FF2B5EF4-FFF2-40B4-BE49-F238E27FC236}">
                <a16:creationId xmlns:a16="http://schemas.microsoft.com/office/drawing/2014/main" id="{8C9F1527-1E87-49A9-9786-A92FCDC84A64}"/>
              </a:ext>
            </a:extLst>
          </p:cNvPr>
          <p:cNvGrpSpPr/>
          <p:nvPr/>
        </p:nvGrpSpPr>
        <p:grpSpPr>
          <a:xfrm rot="10800000">
            <a:off x="704402" y="645623"/>
            <a:ext cx="11142171" cy="228522"/>
            <a:chOff x="0" y="5108032"/>
            <a:chExt cx="5807244" cy="345661"/>
          </a:xfrm>
          <a:solidFill>
            <a:srgbClr val="04B6DF"/>
          </a:solidFill>
        </p:grpSpPr>
        <p:cxnSp>
          <p:nvCxnSpPr>
            <p:cNvPr id="7" name="Google Shape;102;p15">
              <a:extLst>
                <a:ext uri="{FF2B5EF4-FFF2-40B4-BE49-F238E27FC236}">
                  <a16:creationId xmlns:a16="http://schemas.microsoft.com/office/drawing/2014/main" id="{32871FDE-EF07-40A2-BCBB-215983A132BA}"/>
                </a:ext>
              </a:extLst>
            </p:cNvPr>
            <p:cNvCxnSpPr/>
            <p:nvPr/>
          </p:nvCxnSpPr>
          <p:spPr>
            <a:xfrm>
              <a:off x="0" y="5253356"/>
              <a:ext cx="5737489" cy="0"/>
            </a:xfrm>
            <a:prstGeom prst="straightConnector1">
              <a:avLst/>
            </a:prstGeom>
            <a:grpFill/>
            <a:ln w="28575" cap="flat" cmpd="sng">
              <a:solidFill>
                <a:srgbClr val="04B6DF"/>
              </a:solidFill>
              <a:prstDash val="solid"/>
              <a:round/>
              <a:headEnd type="none" w="med" len="med"/>
              <a:tailEnd type="none" w="med" len="med"/>
            </a:ln>
          </p:spPr>
        </p:cxnSp>
        <p:sp>
          <p:nvSpPr>
            <p:cNvPr id="8" name="Google Shape;104;p15">
              <a:extLst>
                <a:ext uri="{FF2B5EF4-FFF2-40B4-BE49-F238E27FC236}">
                  <a16:creationId xmlns:a16="http://schemas.microsoft.com/office/drawing/2014/main" id="{A8A528C3-97B6-419C-B2C7-7F6A3078CFD7}"/>
                </a:ext>
              </a:extLst>
            </p:cNvPr>
            <p:cNvSpPr/>
            <p:nvPr/>
          </p:nvSpPr>
          <p:spPr>
            <a:xfrm>
              <a:off x="5683677" y="5108032"/>
              <a:ext cx="123567" cy="345661"/>
            </a:xfrm>
            <a:custGeom>
              <a:avLst/>
              <a:gdLst/>
              <a:ahLst/>
              <a:cxnLst/>
              <a:rect l="l" t="t" r="r" b="b"/>
              <a:pathLst>
                <a:path w="8930" h="8919" extrusionOk="0">
                  <a:moveTo>
                    <a:pt x="4465" y="0"/>
                  </a:moveTo>
                  <a:cubicBezTo>
                    <a:pt x="2001" y="0"/>
                    <a:pt x="0" y="2001"/>
                    <a:pt x="0" y="4465"/>
                  </a:cubicBezTo>
                  <a:cubicBezTo>
                    <a:pt x="0" y="6918"/>
                    <a:pt x="2001" y="8918"/>
                    <a:pt x="4465" y="8918"/>
                  </a:cubicBezTo>
                  <a:cubicBezTo>
                    <a:pt x="6930" y="8918"/>
                    <a:pt x="8930" y="6918"/>
                    <a:pt x="8930" y="4465"/>
                  </a:cubicBezTo>
                  <a:cubicBezTo>
                    <a:pt x="8930" y="2001"/>
                    <a:pt x="6930" y="0"/>
                    <a:pt x="4465" y="0"/>
                  </a:cubicBezTo>
                  <a:close/>
                </a:path>
              </a:pathLst>
            </a:custGeom>
            <a:grpFill/>
            <a:ln w="28575">
              <a:solidFill>
                <a:srgbClr val="04B6DF"/>
              </a:solidFill>
            </a:ln>
          </p:spPr>
          <p:txBody>
            <a:bodyPr spcFirstLastPara="1" wrap="square" lIns="91425" tIns="91425" rIns="91425" bIns="91425" anchor="ctr" anchorCtr="0">
              <a:noAutofit/>
            </a:bodyPr>
            <a:lstStyle/>
            <a:p>
              <a:endParaRPr>
                <a:solidFill>
                  <a:prstClr val="black"/>
                </a:solidFill>
                <a:latin typeface="Times New Roman" panose="02020603050405020304" pitchFamily="18" charset="0"/>
                <a:cs typeface="Times New Roman" panose="02020603050405020304" pitchFamily="18" charset="0"/>
              </a:endParaRPr>
            </a:p>
          </p:txBody>
        </p:sp>
      </p:grpSp>
      <p:sp>
        <p:nvSpPr>
          <p:cNvPr id="9" name="Заголовок 1">
            <a:extLst>
              <a:ext uri="{FF2B5EF4-FFF2-40B4-BE49-F238E27FC236}">
                <a16:creationId xmlns:a16="http://schemas.microsoft.com/office/drawing/2014/main" id="{0C628454-85D7-4FCE-8E55-A405E8B4E129}"/>
              </a:ext>
            </a:extLst>
          </p:cNvPr>
          <p:cNvSpPr txBox="1">
            <a:spLocks/>
          </p:cNvSpPr>
          <p:nvPr/>
        </p:nvSpPr>
        <p:spPr bwMode="auto">
          <a:xfrm>
            <a:off x="578621" y="96798"/>
            <a:ext cx="10932989" cy="49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00" tIns="121900" rIns="121900" bIns="121900" numCol="1" anchor="ctr" anchorCtr="0" compatLnSpc="1">
            <a:prstTxWarp prst="textNoShape">
              <a:avLst/>
            </a:prstTxWarp>
          </a:bodyPr>
          <a:lstStyle>
            <a:defPPr marR="0" lvl="0" algn="l" rtl="0">
              <a:lnSpc>
                <a:spcPct val="100000"/>
              </a:lnSpc>
              <a:spcBef>
                <a:spcPts val="0"/>
              </a:spcBef>
              <a:spcAft>
                <a:spcPts val="0"/>
              </a:spcAft>
            </a:defPPr>
            <a:lvl1pPr lvl="0" algn="l" rtl="0" eaLnBrk="0" fontAlgn="base" hangingPunct="0">
              <a:spcBef>
                <a:spcPts val="0"/>
              </a:spcBef>
              <a:spcAft>
                <a:spcPct val="0"/>
              </a:spcAft>
              <a:defRPr sz="2400" b="1">
                <a:solidFill>
                  <a:srgbClr val="0052A4"/>
                </a:solidFill>
                <a:latin typeface="Calibri" panose="020F0502020204030204" pitchFamily="34" charset="0"/>
                <a:ea typeface="Arial"/>
                <a:cs typeface="Calibri" panose="020F0502020204030204" pitchFamily="34" charset="0"/>
                <a:sym typeface="Arial" panose="020B0604020202020204" pitchFamily="34" charset="0"/>
              </a:defRPr>
            </a:lvl1pPr>
            <a:lvl2pPr lvl="1"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lvl="2"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lvl="3"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lvl="4"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lvl="5"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lvl="6"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lvl="7"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lvl="8"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1" algn="ctr" defTabSz="1238206">
              <a:spcBef>
                <a:spcPct val="0"/>
              </a:spcBef>
              <a:defRPr/>
            </a:pPr>
            <a:r>
              <a:t>Xarita va parking tafsilotlari</a:t>
            </a:r>
            <a:endParaRPr lang="uz-Latn-UZ" sz="2400" b="1" dirty="0">
              <a:solidFill>
                <a:srgbClr val="04B6D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44B94363-7304-4B38-8ADD-F09411E5F6D3}"/>
              </a:ext>
            </a:extLst>
          </p:cNvPr>
          <p:cNvSpPr txBox="1"/>
          <p:nvPr/>
        </p:nvSpPr>
        <p:spPr>
          <a:xfrm>
            <a:off x="536150" y="5725989"/>
            <a:ext cx="11612512" cy="707886"/>
          </a:xfrm>
          <a:prstGeom prst="rect">
            <a:avLst/>
          </a:prstGeom>
          <a:noFill/>
        </p:spPr>
        <p:txBody>
          <a:bodyPr wrap="square">
            <a:spAutoFit/>
          </a:bodyPr>
          <a:lstStyle/>
          <a:p>
            <a:r>
              <a:t>Explore bo‘limi MapKit orqali parkinglarni real joylashuvi bo‘yicha ko‘rsatadi. Detail oynasida rasm, manzil, narx, reyting, mavjud joylar, tavsif va bron tugmasi mavjud.</a:t>
            </a:r>
            <a:endParaRPr lang="en-US" sz="2000" dirty="0"/>
          </a:p>
        </p:txBody>
      </p:sp>
      <p:pic>
        <p:nvPicPr>
          <p:cNvPr id="12" name="Picture 11" descr="mapdetail.jpg"/>
          <p:cNvPicPr>
            <a:picLocks noChangeAspect="1"/>
          </p:cNvPicPr>
          <p:nvPr/>
        </p:nvPicPr>
        <p:blipFill>
          <a:blip r:embed="rId3"/>
          <a:stretch>
            <a:fillRect/>
          </a:stretch>
        </p:blipFill>
        <p:spPr>
          <a:xfrm>
            <a:off x="2065797" y="910515"/>
            <a:ext cx="8060405" cy="4533978"/>
          </a:xfrm>
          <a:prstGeom prst="rect">
            <a:avLst/>
          </a:prstGeom>
        </p:spPr>
      </p:pic>
    </p:spTree>
    <p:extLst>
      <p:ext uri="{BB962C8B-B14F-4D97-AF65-F5344CB8AC3E}">
        <p14:creationId xmlns:p14="http://schemas.microsoft.com/office/powerpoint/2010/main" val="1345862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pPr defTabSz="1219170" fontAlgn="base">
              <a:spcBef>
                <a:spcPct val="0"/>
              </a:spcBef>
              <a:spcAft>
                <a:spcPct val="0"/>
              </a:spcAft>
            </a:pPr>
            <a:r>
              <a:t>Bron qilish: davomiylik va avtomobil</a:t>
            </a:r>
            <a:endParaRPr lang="ru-RU"/>
          </a:p>
        </p:txBody>
      </p:sp>
      <p:sp>
        <p:nvSpPr>
          <p:cNvPr id="4" name="Номер слайда 3">
            <a:extLst>
              <a:ext uri="{FF2B5EF4-FFF2-40B4-BE49-F238E27FC236}">
                <a16:creationId xmlns:a16="http://schemas.microsoft.com/office/drawing/2014/main" id="{6BEF65CD-8792-4ECC-98EE-A8652C39A4DE}"/>
              </a:ext>
            </a:extLst>
          </p:cNvPr>
          <p:cNvSpPr txBox="1">
            <a:spLocks/>
          </p:cNvSpPr>
          <p:nvPr/>
        </p:nvSpPr>
        <p:spPr>
          <a:xfrm>
            <a:off x="11511611" y="6147499"/>
            <a:ext cx="669925" cy="710501"/>
          </a:xfrm>
          <a:prstGeom prst="rect">
            <a:avLst/>
          </a:prstGeom>
          <a:solidFill>
            <a:srgbClr val="223E91"/>
          </a:solidFill>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ru-RU" sz="3600" dirty="0">
                <a:latin typeface="Times New Roman" panose="02020603050405020304" pitchFamily="18" charset="0"/>
                <a:cs typeface="Times New Roman" panose="02020603050405020304" pitchFamily="18" charset="0"/>
              </a:rPr>
              <a:t>8</a:t>
            </a:r>
            <a:endParaRPr lang="ru-RU" altLang="ru-RU" sz="3600" dirty="0">
              <a:latin typeface="Times New Roman" panose="02020603050405020304" pitchFamily="18" charset="0"/>
              <a:cs typeface="Times New Roman" panose="02020603050405020304" pitchFamily="18" charset="0"/>
            </a:endParaRPr>
          </a:p>
        </p:txBody>
      </p:sp>
      <p:grpSp>
        <p:nvGrpSpPr>
          <p:cNvPr id="5" name="Группа 4">
            <a:extLst>
              <a:ext uri="{FF2B5EF4-FFF2-40B4-BE49-F238E27FC236}">
                <a16:creationId xmlns:a16="http://schemas.microsoft.com/office/drawing/2014/main" id="{8287F6F1-42CB-4AAC-A5CB-4EF2CF2E1CE8}"/>
              </a:ext>
            </a:extLst>
          </p:cNvPr>
          <p:cNvGrpSpPr/>
          <p:nvPr/>
        </p:nvGrpSpPr>
        <p:grpSpPr>
          <a:xfrm rot="10800000">
            <a:off x="704402" y="645623"/>
            <a:ext cx="11142171" cy="228522"/>
            <a:chOff x="0" y="5108032"/>
            <a:chExt cx="5807244" cy="345661"/>
          </a:xfrm>
          <a:solidFill>
            <a:srgbClr val="04B6DF"/>
          </a:solidFill>
        </p:grpSpPr>
        <p:cxnSp>
          <p:nvCxnSpPr>
            <p:cNvPr id="6" name="Google Shape;102;p15">
              <a:extLst>
                <a:ext uri="{FF2B5EF4-FFF2-40B4-BE49-F238E27FC236}">
                  <a16:creationId xmlns:a16="http://schemas.microsoft.com/office/drawing/2014/main" id="{9D222371-477C-49F9-A690-EEEFB8333211}"/>
                </a:ext>
              </a:extLst>
            </p:cNvPr>
            <p:cNvCxnSpPr/>
            <p:nvPr/>
          </p:nvCxnSpPr>
          <p:spPr>
            <a:xfrm>
              <a:off x="0" y="5253356"/>
              <a:ext cx="5737489" cy="0"/>
            </a:xfrm>
            <a:prstGeom prst="straightConnector1">
              <a:avLst/>
            </a:prstGeom>
            <a:grpFill/>
            <a:ln w="28575" cap="flat" cmpd="sng">
              <a:solidFill>
                <a:srgbClr val="04B6DF"/>
              </a:solidFill>
              <a:prstDash val="solid"/>
              <a:round/>
              <a:headEnd type="none" w="med" len="med"/>
              <a:tailEnd type="none" w="med" len="med"/>
            </a:ln>
          </p:spPr>
        </p:cxnSp>
        <p:sp>
          <p:nvSpPr>
            <p:cNvPr id="7" name="Google Shape;104;p15">
              <a:extLst>
                <a:ext uri="{FF2B5EF4-FFF2-40B4-BE49-F238E27FC236}">
                  <a16:creationId xmlns:a16="http://schemas.microsoft.com/office/drawing/2014/main" id="{C2E2F041-4C4D-400F-B799-CDD10F23A32D}"/>
                </a:ext>
              </a:extLst>
            </p:cNvPr>
            <p:cNvSpPr/>
            <p:nvPr/>
          </p:nvSpPr>
          <p:spPr>
            <a:xfrm>
              <a:off x="5683677" y="5108032"/>
              <a:ext cx="123567" cy="345661"/>
            </a:xfrm>
            <a:custGeom>
              <a:avLst/>
              <a:gdLst/>
              <a:ahLst/>
              <a:cxnLst/>
              <a:rect l="l" t="t" r="r" b="b"/>
              <a:pathLst>
                <a:path w="8930" h="8919" extrusionOk="0">
                  <a:moveTo>
                    <a:pt x="4465" y="0"/>
                  </a:moveTo>
                  <a:cubicBezTo>
                    <a:pt x="2001" y="0"/>
                    <a:pt x="0" y="2001"/>
                    <a:pt x="0" y="4465"/>
                  </a:cubicBezTo>
                  <a:cubicBezTo>
                    <a:pt x="0" y="6918"/>
                    <a:pt x="2001" y="8918"/>
                    <a:pt x="4465" y="8918"/>
                  </a:cubicBezTo>
                  <a:cubicBezTo>
                    <a:pt x="6930" y="8918"/>
                    <a:pt x="8930" y="6918"/>
                    <a:pt x="8930" y="4465"/>
                  </a:cubicBezTo>
                  <a:cubicBezTo>
                    <a:pt x="8930" y="2001"/>
                    <a:pt x="6930" y="0"/>
                    <a:pt x="4465" y="0"/>
                  </a:cubicBezTo>
                  <a:close/>
                </a:path>
              </a:pathLst>
            </a:custGeom>
            <a:grpFill/>
            <a:ln w="28575">
              <a:solidFill>
                <a:srgbClr val="04B6DF"/>
              </a:solidFill>
            </a:ln>
          </p:spPr>
          <p:txBody>
            <a:bodyPr spcFirstLastPara="1" wrap="square" lIns="91425" tIns="91425" rIns="91425" bIns="91425" anchor="ctr" anchorCtr="0">
              <a:noAutofit/>
            </a:bodyPr>
            <a:lstStyle/>
            <a:p>
              <a:endParaRPr>
                <a:solidFill>
                  <a:prstClr val="black"/>
                </a:solidFill>
                <a:latin typeface="Times New Roman" panose="02020603050405020304" pitchFamily="18" charset="0"/>
                <a:cs typeface="Times New Roman" panose="02020603050405020304" pitchFamily="18" charset="0"/>
              </a:endParaRPr>
            </a:p>
          </p:txBody>
        </p:sp>
      </p:grpSp>
      <p:sp>
        <p:nvSpPr>
          <p:cNvPr id="8" name="Заголовок 1">
            <a:extLst>
              <a:ext uri="{FF2B5EF4-FFF2-40B4-BE49-F238E27FC236}">
                <a16:creationId xmlns:a16="http://schemas.microsoft.com/office/drawing/2014/main" id="{623D2939-0B63-4354-8B2A-ACD9FD2357A7}"/>
              </a:ext>
            </a:extLst>
          </p:cNvPr>
          <p:cNvSpPr txBox="1">
            <a:spLocks/>
          </p:cNvSpPr>
          <p:nvPr/>
        </p:nvSpPr>
        <p:spPr bwMode="auto">
          <a:xfrm>
            <a:off x="578621" y="96798"/>
            <a:ext cx="10932989" cy="49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00" tIns="121900" rIns="121900" bIns="121900" numCol="1" anchor="ctr" anchorCtr="0" compatLnSpc="1">
            <a:prstTxWarp prst="textNoShape">
              <a:avLst/>
            </a:prstTxWarp>
          </a:bodyPr>
          <a:lstStyle>
            <a:defPPr marR="0" lvl="0" algn="l" rtl="0">
              <a:lnSpc>
                <a:spcPct val="100000"/>
              </a:lnSpc>
              <a:spcBef>
                <a:spcPts val="0"/>
              </a:spcBef>
              <a:spcAft>
                <a:spcPts val="0"/>
              </a:spcAft>
            </a:defPPr>
            <a:lvl1pPr lvl="0" algn="l" rtl="0" eaLnBrk="0" fontAlgn="base" hangingPunct="0">
              <a:spcBef>
                <a:spcPts val="0"/>
              </a:spcBef>
              <a:spcAft>
                <a:spcPct val="0"/>
              </a:spcAft>
              <a:defRPr sz="2400" b="1">
                <a:solidFill>
                  <a:srgbClr val="0052A4"/>
                </a:solidFill>
                <a:latin typeface="Calibri" panose="020F0502020204030204" pitchFamily="34" charset="0"/>
                <a:ea typeface="Arial"/>
                <a:cs typeface="Calibri" panose="020F0502020204030204" pitchFamily="34" charset="0"/>
                <a:sym typeface="Arial" panose="020B0604020202020204" pitchFamily="34" charset="0"/>
              </a:defRPr>
            </a:lvl1pPr>
            <a:lvl2pPr lvl="1"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lvl="2"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lvl="3"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lvl="4"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lvl="5"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lvl="6"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lvl="7"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lvl="8"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1" algn="ctr" defTabSz="1238206">
              <a:spcBef>
                <a:spcPct val="0"/>
              </a:spcBef>
              <a:defRPr/>
            </a:pPr>
            <a:r>
              <a:t>Bron qilish: davomiylik va avtomobil</a:t>
            </a:r>
            <a:endParaRPr lang="uz-Latn-UZ" sz="2400" b="1" dirty="0">
              <a:solidFill>
                <a:srgbClr val="04B6D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04C3D5C1-F824-4C7E-9EE9-858B95ADF15B}"/>
              </a:ext>
            </a:extLst>
          </p:cNvPr>
          <p:cNvSpPr txBox="1"/>
          <p:nvPr/>
        </p:nvSpPr>
        <p:spPr>
          <a:xfrm>
            <a:off x="1565133" y="5482386"/>
            <a:ext cx="9554545" cy="830997"/>
          </a:xfrm>
          <a:prstGeom prst="rect">
            <a:avLst/>
          </a:prstGeom>
          <a:noFill/>
        </p:spPr>
        <p:txBody>
          <a:bodyPr wrap="square">
            <a:spAutoFit/>
          </a:bodyPr>
          <a:lstStyle/>
          <a:p>
            <a:r>
              <a:t>Booking flow full-screen ko‘rinishida ochiladi. Foydalanuvchi parkingda turish davomiyligini tanlaydi, so‘ng transport vositasini belgilaydi yoki yangi avtomobil qo‘shadi.</a:t>
            </a:r>
            <a:endParaRPr lang="en-US" sz="2400" dirty="0">
              <a:latin typeface="Times New Roman" panose="02020603050405020304" pitchFamily="18" charset="0"/>
              <a:cs typeface="Times New Roman" panose="02020603050405020304" pitchFamily="18" charset="0"/>
            </a:endParaRPr>
          </a:p>
        </p:txBody>
      </p:sp>
      <p:pic>
        <p:nvPicPr>
          <p:cNvPr id="12" name="Picture 11" descr="booking.jpg"/>
          <p:cNvPicPr>
            <a:picLocks noChangeAspect="1"/>
          </p:cNvPicPr>
          <p:nvPr/>
        </p:nvPicPr>
        <p:blipFill>
          <a:blip r:embed="rId3"/>
          <a:stretch>
            <a:fillRect/>
          </a:stretch>
        </p:blipFill>
        <p:spPr>
          <a:xfrm>
            <a:off x="2287523" y="960115"/>
            <a:ext cx="7616952" cy="4284536"/>
          </a:xfrm>
          <a:prstGeom prst="rect">
            <a:avLst/>
          </a:prstGeom>
        </p:spPr>
      </p:pic>
    </p:spTree>
    <p:extLst>
      <p:ext uri="{BB962C8B-B14F-4D97-AF65-F5344CB8AC3E}">
        <p14:creationId xmlns:p14="http://schemas.microsoft.com/office/powerpoint/2010/main" val="910422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pPr defTabSz="1219170" fontAlgn="base">
              <a:spcBef>
                <a:spcPct val="0"/>
              </a:spcBef>
              <a:spcAft>
                <a:spcPct val="0"/>
              </a:spcAft>
            </a:pPr>
            <a:r>
              <a:t>To‘lov usuli va bron xulosasi</a:t>
            </a:r>
            <a:endParaRPr lang="ru-RU"/>
          </a:p>
        </p:txBody>
      </p:sp>
      <p:sp>
        <p:nvSpPr>
          <p:cNvPr id="4" name="Номер слайда 3">
            <a:extLst>
              <a:ext uri="{FF2B5EF4-FFF2-40B4-BE49-F238E27FC236}">
                <a16:creationId xmlns:a16="http://schemas.microsoft.com/office/drawing/2014/main" id="{6BEF65CD-8792-4ECC-98EE-A8652C39A4DE}"/>
              </a:ext>
            </a:extLst>
          </p:cNvPr>
          <p:cNvSpPr txBox="1">
            <a:spLocks/>
          </p:cNvSpPr>
          <p:nvPr/>
        </p:nvSpPr>
        <p:spPr>
          <a:xfrm>
            <a:off x="11511611" y="6147499"/>
            <a:ext cx="669925" cy="710501"/>
          </a:xfrm>
          <a:prstGeom prst="rect">
            <a:avLst/>
          </a:prstGeom>
          <a:solidFill>
            <a:srgbClr val="223E91"/>
          </a:solidFill>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ru-RU" sz="3600" dirty="0">
                <a:latin typeface="Times New Roman" panose="02020603050405020304" pitchFamily="18" charset="0"/>
                <a:cs typeface="Times New Roman" panose="02020603050405020304" pitchFamily="18" charset="0"/>
              </a:rPr>
              <a:t>9</a:t>
            </a:r>
            <a:endParaRPr lang="ru-RU" altLang="ru-RU" sz="3600" dirty="0">
              <a:latin typeface="Times New Roman" panose="02020603050405020304" pitchFamily="18" charset="0"/>
              <a:cs typeface="Times New Roman" panose="02020603050405020304" pitchFamily="18" charset="0"/>
            </a:endParaRPr>
          </a:p>
        </p:txBody>
      </p:sp>
      <p:grpSp>
        <p:nvGrpSpPr>
          <p:cNvPr id="5" name="Группа 4">
            <a:extLst>
              <a:ext uri="{FF2B5EF4-FFF2-40B4-BE49-F238E27FC236}">
                <a16:creationId xmlns:a16="http://schemas.microsoft.com/office/drawing/2014/main" id="{4C606987-3679-4287-A687-2D72B6AE376B}"/>
              </a:ext>
            </a:extLst>
          </p:cNvPr>
          <p:cNvGrpSpPr/>
          <p:nvPr/>
        </p:nvGrpSpPr>
        <p:grpSpPr>
          <a:xfrm rot="10800000">
            <a:off x="704402" y="645623"/>
            <a:ext cx="11142171" cy="228522"/>
            <a:chOff x="0" y="5108032"/>
            <a:chExt cx="5807244" cy="345661"/>
          </a:xfrm>
          <a:solidFill>
            <a:srgbClr val="04B6DF"/>
          </a:solidFill>
        </p:grpSpPr>
        <p:cxnSp>
          <p:nvCxnSpPr>
            <p:cNvPr id="6" name="Google Shape;102;p15">
              <a:extLst>
                <a:ext uri="{FF2B5EF4-FFF2-40B4-BE49-F238E27FC236}">
                  <a16:creationId xmlns:a16="http://schemas.microsoft.com/office/drawing/2014/main" id="{34AF292D-C143-47C4-919B-BC4E0A450167}"/>
                </a:ext>
              </a:extLst>
            </p:cNvPr>
            <p:cNvCxnSpPr/>
            <p:nvPr/>
          </p:nvCxnSpPr>
          <p:spPr>
            <a:xfrm>
              <a:off x="0" y="5253356"/>
              <a:ext cx="5737489" cy="0"/>
            </a:xfrm>
            <a:prstGeom prst="straightConnector1">
              <a:avLst/>
            </a:prstGeom>
            <a:grpFill/>
            <a:ln w="28575" cap="flat" cmpd="sng">
              <a:solidFill>
                <a:srgbClr val="04B6DF"/>
              </a:solidFill>
              <a:prstDash val="solid"/>
              <a:round/>
              <a:headEnd type="none" w="med" len="med"/>
              <a:tailEnd type="none" w="med" len="med"/>
            </a:ln>
          </p:spPr>
        </p:cxnSp>
        <p:sp>
          <p:nvSpPr>
            <p:cNvPr id="7" name="Google Shape;104;p15">
              <a:extLst>
                <a:ext uri="{FF2B5EF4-FFF2-40B4-BE49-F238E27FC236}">
                  <a16:creationId xmlns:a16="http://schemas.microsoft.com/office/drawing/2014/main" id="{69E482B3-ECBC-4D22-B29E-015CEA0820A1}"/>
                </a:ext>
              </a:extLst>
            </p:cNvPr>
            <p:cNvSpPr/>
            <p:nvPr/>
          </p:nvSpPr>
          <p:spPr>
            <a:xfrm>
              <a:off x="5683677" y="5108032"/>
              <a:ext cx="123567" cy="345661"/>
            </a:xfrm>
            <a:custGeom>
              <a:avLst/>
              <a:gdLst/>
              <a:ahLst/>
              <a:cxnLst/>
              <a:rect l="l" t="t" r="r" b="b"/>
              <a:pathLst>
                <a:path w="8930" h="8919" extrusionOk="0">
                  <a:moveTo>
                    <a:pt x="4465" y="0"/>
                  </a:moveTo>
                  <a:cubicBezTo>
                    <a:pt x="2001" y="0"/>
                    <a:pt x="0" y="2001"/>
                    <a:pt x="0" y="4465"/>
                  </a:cubicBezTo>
                  <a:cubicBezTo>
                    <a:pt x="0" y="6918"/>
                    <a:pt x="2001" y="8918"/>
                    <a:pt x="4465" y="8918"/>
                  </a:cubicBezTo>
                  <a:cubicBezTo>
                    <a:pt x="6930" y="8918"/>
                    <a:pt x="8930" y="6918"/>
                    <a:pt x="8930" y="4465"/>
                  </a:cubicBezTo>
                  <a:cubicBezTo>
                    <a:pt x="8930" y="2001"/>
                    <a:pt x="6930" y="0"/>
                    <a:pt x="4465" y="0"/>
                  </a:cubicBezTo>
                  <a:close/>
                </a:path>
              </a:pathLst>
            </a:custGeom>
            <a:grpFill/>
            <a:ln w="28575">
              <a:solidFill>
                <a:srgbClr val="04B6DF"/>
              </a:solidFill>
            </a:ln>
          </p:spPr>
          <p:txBody>
            <a:bodyPr spcFirstLastPara="1" wrap="square" lIns="91425" tIns="91425" rIns="91425" bIns="91425" anchor="ctr" anchorCtr="0">
              <a:noAutofit/>
            </a:bodyPr>
            <a:lstStyle/>
            <a:p>
              <a:endParaRPr>
                <a:solidFill>
                  <a:prstClr val="black"/>
                </a:solidFill>
                <a:latin typeface="Times New Roman" panose="02020603050405020304" pitchFamily="18" charset="0"/>
                <a:cs typeface="Times New Roman" panose="02020603050405020304" pitchFamily="18" charset="0"/>
              </a:endParaRPr>
            </a:p>
          </p:txBody>
        </p:sp>
      </p:grpSp>
      <p:sp>
        <p:nvSpPr>
          <p:cNvPr id="8" name="Заголовок 1">
            <a:extLst>
              <a:ext uri="{FF2B5EF4-FFF2-40B4-BE49-F238E27FC236}">
                <a16:creationId xmlns:a16="http://schemas.microsoft.com/office/drawing/2014/main" id="{F1060371-1798-4FDF-B03D-5928EB327E20}"/>
              </a:ext>
            </a:extLst>
          </p:cNvPr>
          <p:cNvSpPr txBox="1">
            <a:spLocks/>
          </p:cNvSpPr>
          <p:nvPr/>
        </p:nvSpPr>
        <p:spPr bwMode="auto">
          <a:xfrm>
            <a:off x="578621" y="96798"/>
            <a:ext cx="10932989" cy="49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00" tIns="121900" rIns="121900" bIns="121900" numCol="1" anchor="ctr" anchorCtr="0" compatLnSpc="1">
            <a:prstTxWarp prst="textNoShape">
              <a:avLst/>
            </a:prstTxWarp>
          </a:bodyPr>
          <a:lstStyle>
            <a:defPPr marR="0" lvl="0" algn="l" rtl="0">
              <a:lnSpc>
                <a:spcPct val="100000"/>
              </a:lnSpc>
              <a:spcBef>
                <a:spcPts val="0"/>
              </a:spcBef>
              <a:spcAft>
                <a:spcPts val="0"/>
              </a:spcAft>
            </a:defPPr>
            <a:lvl1pPr lvl="0" algn="l" rtl="0" eaLnBrk="0" fontAlgn="base" hangingPunct="0">
              <a:spcBef>
                <a:spcPts val="0"/>
              </a:spcBef>
              <a:spcAft>
                <a:spcPct val="0"/>
              </a:spcAft>
              <a:defRPr sz="2400" b="1">
                <a:solidFill>
                  <a:srgbClr val="0052A4"/>
                </a:solidFill>
                <a:latin typeface="Calibri" panose="020F0502020204030204" pitchFamily="34" charset="0"/>
                <a:ea typeface="Arial"/>
                <a:cs typeface="Calibri" panose="020F0502020204030204" pitchFamily="34" charset="0"/>
                <a:sym typeface="Arial" panose="020B0604020202020204" pitchFamily="34" charset="0"/>
              </a:defRPr>
            </a:lvl1pPr>
            <a:lvl2pPr lvl="1"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lvl="2"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lvl="3"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lvl="4"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lvl="5"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lvl="6"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lvl="7"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lvl="8"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1" algn="ctr" defTabSz="1238206">
              <a:spcBef>
                <a:spcPct val="0"/>
              </a:spcBef>
              <a:defRPr/>
            </a:pPr>
            <a:r>
              <a:t>To‘lov usuli va bron xulosasi</a:t>
            </a:r>
            <a:endParaRPr lang="uz-Latn-UZ" sz="2400" b="1" dirty="0">
              <a:solidFill>
                <a:srgbClr val="04B6D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9602CE79-1792-48C5-9440-6362C0F034F9}"/>
              </a:ext>
            </a:extLst>
          </p:cNvPr>
          <p:cNvSpPr txBox="1"/>
          <p:nvPr/>
        </p:nvSpPr>
        <p:spPr>
          <a:xfrm>
            <a:off x="1502229" y="5725524"/>
            <a:ext cx="9249629" cy="830997"/>
          </a:xfrm>
          <a:prstGeom prst="rect">
            <a:avLst/>
          </a:prstGeom>
          <a:noFill/>
        </p:spPr>
        <p:txBody>
          <a:bodyPr wrap="square">
            <a:spAutoFit/>
          </a:bodyPr>
          <a:lstStyle/>
          <a:p>
            <a:r>
              <a:t>To‘lov bosqichida wallet va boshqa payment variantlari ko‘rsatiladi. Review summary parking, vaqt, avtomobil, narx va umumiy summani tasdiqlashdan oldin jamlaydi.</a:t>
            </a:r>
            <a:endParaRPr lang="en-US" sz="2400" dirty="0"/>
          </a:p>
        </p:txBody>
      </p:sp>
      <p:pic>
        <p:nvPicPr>
          <p:cNvPr id="12" name="Picture 11" descr="payment.jpg"/>
          <p:cNvPicPr>
            <a:picLocks noChangeAspect="1"/>
          </p:cNvPicPr>
          <p:nvPr/>
        </p:nvPicPr>
        <p:blipFill>
          <a:blip r:embed="rId3"/>
          <a:stretch>
            <a:fillRect/>
          </a:stretch>
        </p:blipFill>
        <p:spPr>
          <a:xfrm>
            <a:off x="2170287" y="1101146"/>
            <a:ext cx="7749656" cy="4359182"/>
          </a:xfrm>
          <a:prstGeom prst="rect">
            <a:avLst/>
          </a:prstGeom>
        </p:spPr>
      </p:pic>
    </p:spTree>
    <p:extLst>
      <p:ext uri="{BB962C8B-B14F-4D97-AF65-F5344CB8AC3E}">
        <p14:creationId xmlns:p14="http://schemas.microsoft.com/office/powerpoint/2010/main" val="3274333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p:txBody>
          <a:bodyPr/>
          <a:lstStyle/>
          <a:p>
            <a:pPr defTabSz="1219170" fontAlgn="base">
              <a:spcBef>
                <a:spcPct val="0"/>
              </a:spcBef>
              <a:spcAft>
                <a:spcPct val="0"/>
              </a:spcAft>
            </a:pPr>
            <a:r>
              <a:t>Muvaffaqiyatli to‘lov va elektron chek</a:t>
            </a:r>
            <a:endParaRPr lang="ru-RU"/>
          </a:p>
        </p:txBody>
      </p:sp>
      <p:sp>
        <p:nvSpPr>
          <p:cNvPr id="4" name="Номер слайда 3">
            <a:extLst>
              <a:ext uri="{FF2B5EF4-FFF2-40B4-BE49-F238E27FC236}">
                <a16:creationId xmlns:a16="http://schemas.microsoft.com/office/drawing/2014/main" id="{6BEF65CD-8792-4ECC-98EE-A8652C39A4DE}"/>
              </a:ext>
            </a:extLst>
          </p:cNvPr>
          <p:cNvSpPr txBox="1">
            <a:spLocks/>
          </p:cNvSpPr>
          <p:nvPr/>
        </p:nvSpPr>
        <p:spPr>
          <a:xfrm>
            <a:off x="11511611" y="6147499"/>
            <a:ext cx="669925" cy="710501"/>
          </a:xfrm>
          <a:prstGeom prst="rect">
            <a:avLst/>
          </a:prstGeom>
          <a:solidFill>
            <a:srgbClr val="223E91"/>
          </a:solidFill>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ru-RU" sz="3600" dirty="0">
                <a:latin typeface="Times New Roman" panose="02020603050405020304" pitchFamily="18" charset="0"/>
                <a:cs typeface="Times New Roman" panose="02020603050405020304" pitchFamily="18" charset="0"/>
              </a:rPr>
              <a:t>10</a:t>
            </a:r>
            <a:endParaRPr lang="ru-RU" altLang="ru-RU" sz="3600" dirty="0">
              <a:latin typeface="Times New Roman" panose="02020603050405020304" pitchFamily="18" charset="0"/>
              <a:cs typeface="Times New Roman" panose="02020603050405020304" pitchFamily="18" charset="0"/>
            </a:endParaRPr>
          </a:p>
        </p:txBody>
      </p:sp>
      <p:grpSp>
        <p:nvGrpSpPr>
          <p:cNvPr id="5" name="Группа 4">
            <a:extLst>
              <a:ext uri="{FF2B5EF4-FFF2-40B4-BE49-F238E27FC236}">
                <a16:creationId xmlns:a16="http://schemas.microsoft.com/office/drawing/2014/main" id="{4E95AE53-CD63-4237-92FC-457EA93DB315}"/>
              </a:ext>
            </a:extLst>
          </p:cNvPr>
          <p:cNvGrpSpPr/>
          <p:nvPr/>
        </p:nvGrpSpPr>
        <p:grpSpPr>
          <a:xfrm rot="10800000">
            <a:off x="704402" y="645623"/>
            <a:ext cx="11142171" cy="228522"/>
            <a:chOff x="0" y="5108032"/>
            <a:chExt cx="5807244" cy="345661"/>
          </a:xfrm>
          <a:solidFill>
            <a:srgbClr val="04B6DF"/>
          </a:solidFill>
        </p:grpSpPr>
        <p:cxnSp>
          <p:nvCxnSpPr>
            <p:cNvPr id="6" name="Google Shape;102;p15">
              <a:extLst>
                <a:ext uri="{FF2B5EF4-FFF2-40B4-BE49-F238E27FC236}">
                  <a16:creationId xmlns:a16="http://schemas.microsoft.com/office/drawing/2014/main" id="{B69903D5-EC9E-42DA-847E-E35A270D6240}"/>
                </a:ext>
              </a:extLst>
            </p:cNvPr>
            <p:cNvCxnSpPr/>
            <p:nvPr/>
          </p:nvCxnSpPr>
          <p:spPr>
            <a:xfrm>
              <a:off x="0" y="5253356"/>
              <a:ext cx="5737489" cy="0"/>
            </a:xfrm>
            <a:prstGeom prst="straightConnector1">
              <a:avLst/>
            </a:prstGeom>
            <a:grpFill/>
            <a:ln w="28575" cap="flat" cmpd="sng">
              <a:solidFill>
                <a:srgbClr val="04B6DF"/>
              </a:solidFill>
              <a:prstDash val="solid"/>
              <a:round/>
              <a:headEnd type="none" w="med" len="med"/>
              <a:tailEnd type="none" w="med" len="med"/>
            </a:ln>
          </p:spPr>
        </p:cxnSp>
        <p:sp>
          <p:nvSpPr>
            <p:cNvPr id="7" name="Google Shape;104;p15">
              <a:extLst>
                <a:ext uri="{FF2B5EF4-FFF2-40B4-BE49-F238E27FC236}">
                  <a16:creationId xmlns:a16="http://schemas.microsoft.com/office/drawing/2014/main" id="{214B41A7-5398-4D4E-945E-D3CFEB941795}"/>
                </a:ext>
              </a:extLst>
            </p:cNvPr>
            <p:cNvSpPr/>
            <p:nvPr/>
          </p:nvSpPr>
          <p:spPr>
            <a:xfrm>
              <a:off x="5683677" y="5108032"/>
              <a:ext cx="123567" cy="345661"/>
            </a:xfrm>
            <a:custGeom>
              <a:avLst/>
              <a:gdLst/>
              <a:ahLst/>
              <a:cxnLst/>
              <a:rect l="l" t="t" r="r" b="b"/>
              <a:pathLst>
                <a:path w="8930" h="8919" extrusionOk="0">
                  <a:moveTo>
                    <a:pt x="4465" y="0"/>
                  </a:moveTo>
                  <a:cubicBezTo>
                    <a:pt x="2001" y="0"/>
                    <a:pt x="0" y="2001"/>
                    <a:pt x="0" y="4465"/>
                  </a:cubicBezTo>
                  <a:cubicBezTo>
                    <a:pt x="0" y="6918"/>
                    <a:pt x="2001" y="8918"/>
                    <a:pt x="4465" y="8918"/>
                  </a:cubicBezTo>
                  <a:cubicBezTo>
                    <a:pt x="6930" y="8918"/>
                    <a:pt x="8930" y="6918"/>
                    <a:pt x="8930" y="4465"/>
                  </a:cubicBezTo>
                  <a:cubicBezTo>
                    <a:pt x="8930" y="2001"/>
                    <a:pt x="6930" y="0"/>
                    <a:pt x="4465" y="0"/>
                  </a:cubicBezTo>
                  <a:close/>
                </a:path>
              </a:pathLst>
            </a:custGeom>
            <a:grpFill/>
            <a:ln w="28575">
              <a:solidFill>
                <a:srgbClr val="04B6DF"/>
              </a:solidFill>
            </a:ln>
          </p:spPr>
          <p:txBody>
            <a:bodyPr spcFirstLastPara="1" wrap="square" lIns="91425" tIns="91425" rIns="91425" bIns="91425" anchor="ctr" anchorCtr="0">
              <a:noAutofit/>
            </a:bodyPr>
            <a:lstStyle/>
            <a:p>
              <a:endParaRPr>
                <a:solidFill>
                  <a:prstClr val="black"/>
                </a:solidFill>
                <a:latin typeface="Times New Roman" panose="02020603050405020304" pitchFamily="18" charset="0"/>
                <a:cs typeface="Times New Roman" panose="02020603050405020304" pitchFamily="18" charset="0"/>
              </a:endParaRPr>
            </a:p>
          </p:txBody>
        </p:sp>
      </p:grpSp>
      <p:sp>
        <p:nvSpPr>
          <p:cNvPr id="8" name="Заголовок 1">
            <a:extLst>
              <a:ext uri="{FF2B5EF4-FFF2-40B4-BE49-F238E27FC236}">
                <a16:creationId xmlns:a16="http://schemas.microsoft.com/office/drawing/2014/main" id="{9C746E82-A092-46BD-A669-04E86FDB6303}"/>
              </a:ext>
            </a:extLst>
          </p:cNvPr>
          <p:cNvSpPr txBox="1">
            <a:spLocks/>
          </p:cNvSpPr>
          <p:nvPr/>
        </p:nvSpPr>
        <p:spPr bwMode="auto">
          <a:xfrm>
            <a:off x="578621" y="96798"/>
            <a:ext cx="10932989" cy="49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00" tIns="121900" rIns="121900" bIns="121900" numCol="1" anchor="ctr" anchorCtr="0" compatLnSpc="1">
            <a:prstTxWarp prst="textNoShape">
              <a:avLst/>
            </a:prstTxWarp>
          </a:bodyPr>
          <a:lstStyle>
            <a:defPPr marR="0" lvl="0" algn="l" rtl="0">
              <a:lnSpc>
                <a:spcPct val="100000"/>
              </a:lnSpc>
              <a:spcBef>
                <a:spcPts val="0"/>
              </a:spcBef>
              <a:spcAft>
                <a:spcPts val="0"/>
              </a:spcAft>
            </a:defPPr>
            <a:lvl1pPr lvl="0" algn="l" rtl="0" eaLnBrk="0" fontAlgn="base" hangingPunct="0">
              <a:spcBef>
                <a:spcPts val="0"/>
              </a:spcBef>
              <a:spcAft>
                <a:spcPct val="0"/>
              </a:spcAft>
              <a:defRPr sz="2400" b="1">
                <a:solidFill>
                  <a:srgbClr val="0052A4"/>
                </a:solidFill>
                <a:latin typeface="Calibri" panose="020F0502020204030204" pitchFamily="34" charset="0"/>
                <a:ea typeface="Arial"/>
                <a:cs typeface="Calibri" panose="020F0502020204030204" pitchFamily="34" charset="0"/>
                <a:sym typeface="Arial" panose="020B0604020202020204" pitchFamily="34" charset="0"/>
              </a:defRPr>
            </a:lvl1pPr>
            <a:lvl2pPr lvl="1"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lvl="2"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lvl="3"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lvl="4"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lvl="5"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lvl="6"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lvl="7"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lvl="8"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1" algn="ctr" defTabSz="1238206">
              <a:spcBef>
                <a:spcPct val="0"/>
              </a:spcBef>
              <a:defRPr/>
            </a:pPr>
            <a:r>
              <a:t>Muvaffaqiyatli to‘lov va elektron chek</a:t>
            </a:r>
            <a:endParaRPr lang="uz-Latn-UZ" sz="2400" b="1" dirty="0">
              <a:solidFill>
                <a:srgbClr val="04B6D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6E0E3D5A-E29B-4E27-881A-584C11738A90}"/>
              </a:ext>
            </a:extLst>
          </p:cNvPr>
          <p:cNvSpPr txBox="1"/>
          <p:nvPr/>
        </p:nvSpPr>
        <p:spPr>
          <a:xfrm>
            <a:off x="704401" y="5512947"/>
            <a:ext cx="10680052" cy="1133965"/>
          </a:xfrm>
          <a:prstGeom prst="rect">
            <a:avLst/>
          </a:prstGeom>
          <a:noFill/>
        </p:spPr>
        <p:txBody>
          <a:bodyPr wrap="square">
            <a:spAutoFit/>
          </a:bodyPr>
          <a:lstStyle/>
          <a:p>
            <a:pPr algn="just">
              <a:lnSpc>
                <a:spcPct val="150000"/>
              </a:lnSpc>
            </a:pPr>
            <a:r>
              <a:t>Reservation yaratilgach success ekrani ochiladi. Elektron chekda reservation ID, parking, avtomobil, kelish va ketish vaqti, duration va umumiy summa ko‘rsatiladi.</a:t>
            </a:r>
          </a:p>
        </p:txBody>
      </p:sp>
      <p:pic>
        <p:nvPicPr>
          <p:cNvPr id="12" name="Picture 11" descr="success.jpg"/>
          <p:cNvPicPr>
            <a:picLocks noChangeAspect="1"/>
          </p:cNvPicPr>
          <p:nvPr/>
        </p:nvPicPr>
        <p:blipFill>
          <a:blip r:embed="rId3"/>
          <a:stretch>
            <a:fillRect/>
          </a:stretch>
        </p:blipFill>
        <p:spPr>
          <a:xfrm>
            <a:off x="2141682" y="960115"/>
            <a:ext cx="7805489" cy="4390588"/>
          </a:xfrm>
          <a:prstGeom prst="rect">
            <a:avLst/>
          </a:prstGeom>
        </p:spPr>
      </p:pic>
    </p:spTree>
    <p:extLst>
      <p:ext uri="{BB962C8B-B14F-4D97-AF65-F5344CB8AC3E}">
        <p14:creationId xmlns:p14="http://schemas.microsoft.com/office/powerpoint/2010/main" val="2227418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0990E8F8-ACCF-4DC3-A43F-3C1B30D00F09}"/>
              </a:ext>
            </a:extLst>
          </p:cNvPr>
          <p:cNvSpPr>
            <a:spLocks noGrp="1"/>
          </p:cNvSpPr>
          <p:nvPr>
            <p:ph type="sldNum" sz="quarter" idx="12"/>
          </p:nvPr>
        </p:nvSpPr>
        <p:spPr/>
        <p:txBody>
          <a:bodyPr/>
          <a:lstStyle/>
          <a:p>
            <a:pPr defTabSz="1219170" fontAlgn="base">
              <a:spcBef>
                <a:spcPct val="0"/>
              </a:spcBef>
              <a:spcAft>
                <a:spcPct val="0"/>
              </a:spcAft>
            </a:pPr>
            <a:fld id="{947255F7-023C-4A29-AED4-3CBE049975C8}" type="slidenum">
              <a:rPr lang="ru-RU" smtClean="0"/>
              <a:pPr defTabSz="1219170" fontAlgn="base">
                <a:spcBef>
                  <a:spcPct val="0"/>
                </a:spcBef>
                <a:spcAft>
                  <a:spcPct val="0"/>
                </a:spcAft>
              </a:pPr>
              <a:t>11</a:t>
            </a:fld>
            <a:endParaRPr lang="ru-RU"/>
          </a:p>
        </p:txBody>
      </p:sp>
      <p:sp>
        <p:nvSpPr>
          <p:cNvPr id="5" name="Номер слайда 3">
            <a:extLst>
              <a:ext uri="{FF2B5EF4-FFF2-40B4-BE49-F238E27FC236}">
                <a16:creationId xmlns:a16="http://schemas.microsoft.com/office/drawing/2014/main" id="{F0B455D4-C3D9-462E-BCE4-6E3C3008730D}"/>
              </a:ext>
            </a:extLst>
          </p:cNvPr>
          <p:cNvSpPr txBox="1">
            <a:spLocks/>
          </p:cNvSpPr>
          <p:nvPr/>
        </p:nvSpPr>
        <p:spPr>
          <a:xfrm>
            <a:off x="11511611" y="6147499"/>
            <a:ext cx="669925" cy="710501"/>
          </a:xfrm>
          <a:prstGeom prst="rect">
            <a:avLst/>
          </a:prstGeom>
          <a:solidFill>
            <a:srgbClr val="223E91"/>
          </a:solidFill>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ru-RU" sz="3600" dirty="0">
                <a:latin typeface="Times New Roman" panose="02020603050405020304" pitchFamily="18" charset="0"/>
                <a:cs typeface="Times New Roman" panose="02020603050405020304" pitchFamily="18" charset="0"/>
              </a:rPr>
              <a:t>11</a:t>
            </a:r>
            <a:endParaRPr lang="ru-RU" altLang="ru-RU" sz="3600" dirty="0">
              <a:latin typeface="Times New Roman" panose="02020603050405020304" pitchFamily="18" charset="0"/>
              <a:cs typeface="Times New Roman" panose="02020603050405020304" pitchFamily="18" charset="0"/>
            </a:endParaRPr>
          </a:p>
        </p:txBody>
      </p:sp>
      <p:pic>
        <p:nvPicPr>
          <p:cNvPr id="6" name="Picture 5" descr="bookings.jpg"/>
          <p:cNvPicPr>
            <a:picLocks noChangeAspect="1"/>
          </p:cNvPicPr>
          <p:nvPr/>
        </p:nvPicPr>
        <p:blipFill>
          <a:blip r:embed="rId3"/>
          <a:stretch>
            <a:fillRect/>
          </a:stretch>
        </p:blipFill>
        <p:spPr>
          <a:xfrm>
            <a:off x="1119149" y="629521"/>
            <a:ext cx="9953701" cy="5598957"/>
          </a:xfrm>
          <a:prstGeom prst="rect">
            <a:avLst/>
          </a:prstGeom>
        </p:spPr>
      </p:pic>
    </p:spTree>
    <p:extLst>
      <p:ext uri="{BB962C8B-B14F-4D97-AF65-F5344CB8AC3E}">
        <p14:creationId xmlns:p14="http://schemas.microsoft.com/office/powerpoint/2010/main" val="1390250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9D7F2DA5-C1C5-42AC-87E6-CDC2A96AC417}"/>
              </a:ext>
            </a:extLst>
          </p:cNvPr>
          <p:cNvSpPr>
            <a:spLocks noGrp="1"/>
          </p:cNvSpPr>
          <p:nvPr>
            <p:ph type="sldNum" sz="quarter" idx="12"/>
          </p:nvPr>
        </p:nvSpPr>
        <p:spPr/>
        <p:txBody>
          <a:bodyPr/>
          <a:lstStyle/>
          <a:p>
            <a:pPr defTabSz="1219170" fontAlgn="base">
              <a:spcBef>
                <a:spcPct val="0"/>
              </a:spcBef>
              <a:spcAft>
                <a:spcPct val="0"/>
              </a:spcAft>
            </a:pPr>
            <a:fld id="{947255F7-023C-4A29-AED4-3CBE049975C8}" type="slidenum">
              <a:rPr lang="ru-RU" smtClean="0"/>
              <a:pPr defTabSz="1219170" fontAlgn="base">
                <a:spcBef>
                  <a:spcPct val="0"/>
                </a:spcBef>
                <a:spcAft>
                  <a:spcPct val="0"/>
                </a:spcAft>
              </a:pPr>
              <a:t>12</a:t>
            </a:fld>
            <a:endParaRPr lang="ru-RU"/>
          </a:p>
        </p:txBody>
      </p:sp>
      <p:sp>
        <p:nvSpPr>
          <p:cNvPr id="7" name="Номер слайда 3">
            <a:extLst>
              <a:ext uri="{FF2B5EF4-FFF2-40B4-BE49-F238E27FC236}">
                <a16:creationId xmlns:a16="http://schemas.microsoft.com/office/drawing/2014/main" id="{EC324342-2559-454A-B3F7-EA0CA257B70D}"/>
              </a:ext>
            </a:extLst>
          </p:cNvPr>
          <p:cNvSpPr txBox="1">
            <a:spLocks/>
          </p:cNvSpPr>
          <p:nvPr/>
        </p:nvSpPr>
        <p:spPr>
          <a:xfrm>
            <a:off x="11511611" y="6147499"/>
            <a:ext cx="669925" cy="710501"/>
          </a:xfrm>
          <a:prstGeom prst="rect">
            <a:avLst/>
          </a:prstGeom>
          <a:solidFill>
            <a:srgbClr val="223E91"/>
          </a:solidFill>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ru-RU" sz="3600" dirty="0">
                <a:latin typeface="Times New Roman" panose="02020603050405020304" pitchFamily="18" charset="0"/>
                <a:cs typeface="Times New Roman" panose="02020603050405020304" pitchFamily="18" charset="0"/>
              </a:rPr>
              <a:t>12</a:t>
            </a:r>
            <a:endParaRPr lang="ru-RU" altLang="ru-RU" sz="3600" dirty="0">
              <a:latin typeface="Times New Roman" panose="02020603050405020304" pitchFamily="18" charset="0"/>
              <a:cs typeface="Times New Roman" panose="02020603050405020304" pitchFamily="18" charset="0"/>
            </a:endParaRPr>
          </a:p>
        </p:txBody>
      </p:sp>
      <p:pic>
        <p:nvPicPr>
          <p:cNvPr id="8" name="Picture 7" descr="profile.jpg"/>
          <p:cNvPicPr>
            <a:picLocks noChangeAspect="1"/>
          </p:cNvPicPr>
          <p:nvPr/>
        </p:nvPicPr>
        <p:blipFill>
          <a:blip r:embed="rId3"/>
          <a:stretch>
            <a:fillRect/>
          </a:stretch>
        </p:blipFill>
        <p:spPr>
          <a:xfrm>
            <a:off x="1119149" y="629521"/>
            <a:ext cx="9953701" cy="5598957"/>
          </a:xfrm>
          <a:prstGeom prst="rect">
            <a:avLst/>
          </a:prstGeom>
        </p:spPr>
      </p:pic>
    </p:spTree>
    <p:extLst>
      <p:ext uri="{BB962C8B-B14F-4D97-AF65-F5344CB8AC3E}">
        <p14:creationId xmlns:p14="http://schemas.microsoft.com/office/powerpoint/2010/main" val="3335817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79E2AFAE-512D-48BD-9BA0-54DF911BE889}"/>
              </a:ext>
            </a:extLst>
          </p:cNvPr>
          <p:cNvSpPr>
            <a:spLocks noGrp="1"/>
          </p:cNvSpPr>
          <p:nvPr>
            <p:ph type="sldNum" sz="quarter" idx="12"/>
          </p:nvPr>
        </p:nvSpPr>
        <p:spPr/>
        <p:txBody>
          <a:bodyPr/>
          <a:lstStyle/>
          <a:p>
            <a:pPr defTabSz="1219170" fontAlgn="base">
              <a:spcBef>
                <a:spcPct val="0"/>
              </a:spcBef>
              <a:spcAft>
                <a:spcPct val="0"/>
              </a:spcAft>
            </a:pPr>
            <a:fld id="{947255F7-023C-4A29-AED4-3CBE049975C8}" type="slidenum">
              <a:rPr lang="ru-RU" smtClean="0"/>
              <a:pPr defTabSz="1219170" fontAlgn="base">
                <a:spcBef>
                  <a:spcPct val="0"/>
                </a:spcBef>
                <a:spcAft>
                  <a:spcPct val="0"/>
                </a:spcAft>
              </a:pPr>
              <a:t>13</a:t>
            </a:fld>
            <a:endParaRPr lang="ru-RU"/>
          </a:p>
        </p:txBody>
      </p:sp>
      <p:sp>
        <p:nvSpPr>
          <p:cNvPr id="7" name="Номер слайда 3">
            <a:extLst>
              <a:ext uri="{FF2B5EF4-FFF2-40B4-BE49-F238E27FC236}">
                <a16:creationId xmlns:a16="http://schemas.microsoft.com/office/drawing/2014/main" id="{866EAC69-CE2A-439F-B473-AF1157B353CB}"/>
              </a:ext>
            </a:extLst>
          </p:cNvPr>
          <p:cNvSpPr txBox="1">
            <a:spLocks/>
          </p:cNvSpPr>
          <p:nvPr/>
        </p:nvSpPr>
        <p:spPr>
          <a:xfrm>
            <a:off x="11511611" y="6147499"/>
            <a:ext cx="669925" cy="710501"/>
          </a:xfrm>
          <a:prstGeom prst="rect">
            <a:avLst/>
          </a:prstGeom>
          <a:solidFill>
            <a:srgbClr val="223E91"/>
          </a:solidFill>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ru-RU" sz="3600" dirty="0">
                <a:latin typeface="Times New Roman" panose="02020603050405020304" pitchFamily="18" charset="0"/>
                <a:cs typeface="Times New Roman" panose="02020603050405020304" pitchFamily="18" charset="0"/>
              </a:rPr>
              <a:t>13</a:t>
            </a:r>
            <a:endParaRPr lang="ru-RU" altLang="ru-RU" sz="3600" dirty="0">
              <a:latin typeface="Times New Roman" panose="02020603050405020304" pitchFamily="18" charset="0"/>
              <a:cs typeface="Times New Roman" panose="02020603050405020304" pitchFamily="18" charset="0"/>
            </a:endParaRPr>
          </a:p>
        </p:txBody>
      </p:sp>
      <p:pic>
        <p:nvPicPr>
          <p:cNvPr id="8" name="Picture 7" descr="architecture.jpg"/>
          <p:cNvPicPr>
            <a:picLocks noChangeAspect="1"/>
          </p:cNvPicPr>
          <p:nvPr/>
        </p:nvPicPr>
        <p:blipFill>
          <a:blip r:embed="rId3"/>
          <a:stretch>
            <a:fillRect/>
          </a:stretch>
        </p:blipFill>
        <p:spPr>
          <a:xfrm>
            <a:off x="1135488" y="638712"/>
            <a:ext cx="9921024" cy="5580576"/>
          </a:xfrm>
          <a:prstGeom prst="rect">
            <a:avLst/>
          </a:prstGeom>
        </p:spPr>
      </p:pic>
    </p:spTree>
    <p:extLst>
      <p:ext uri="{BB962C8B-B14F-4D97-AF65-F5344CB8AC3E}">
        <p14:creationId xmlns:p14="http://schemas.microsoft.com/office/powerpoint/2010/main" val="3621980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6BEF65CD-8792-4ECC-98EE-A8652C39A4DE}"/>
              </a:ext>
            </a:extLst>
          </p:cNvPr>
          <p:cNvSpPr txBox="1">
            <a:spLocks/>
          </p:cNvSpPr>
          <p:nvPr/>
        </p:nvSpPr>
        <p:spPr>
          <a:xfrm>
            <a:off x="11511611" y="6147499"/>
            <a:ext cx="669925" cy="710501"/>
          </a:xfrm>
          <a:prstGeom prst="rect">
            <a:avLst/>
          </a:prstGeom>
          <a:solidFill>
            <a:srgbClr val="223E91"/>
          </a:solidFill>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ru-RU" sz="3600" dirty="0">
                <a:latin typeface="Times New Roman" panose="02020603050405020304" pitchFamily="18" charset="0"/>
                <a:cs typeface="Times New Roman" panose="02020603050405020304" pitchFamily="18" charset="0"/>
              </a:rPr>
              <a:t>14</a:t>
            </a:r>
            <a:endParaRPr lang="ru-RU" altLang="ru-RU" sz="3600" dirty="0">
              <a:latin typeface="Times New Roman" panose="02020603050405020304" pitchFamily="18" charset="0"/>
              <a:cs typeface="Times New Roman" panose="02020603050405020304" pitchFamily="18" charset="0"/>
            </a:endParaRPr>
          </a:p>
        </p:txBody>
      </p:sp>
      <p:grpSp>
        <p:nvGrpSpPr>
          <p:cNvPr id="5" name="Группа 4">
            <a:extLst>
              <a:ext uri="{FF2B5EF4-FFF2-40B4-BE49-F238E27FC236}">
                <a16:creationId xmlns:a16="http://schemas.microsoft.com/office/drawing/2014/main" id="{0B875A5B-462E-4315-AB1E-0EA36938C140}"/>
              </a:ext>
            </a:extLst>
          </p:cNvPr>
          <p:cNvGrpSpPr/>
          <p:nvPr/>
        </p:nvGrpSpPr>
        <p:grpSpPr>
          <a:xfrm rot="10800000">
            <a:off x="704402" y="654954"/>
            <a:ext cx="11142171" cy="228522"/>
            <a:chOff x="0" y="5108032"/>
            <a:chExt cx="5807244" cy="345661"/>
          </a:xfrm>
          <a:solidFill>
            <a:srgbClr val="04B6DF"/>
          </a:solidFill>
        </p:grpSpPr>
        <p:cxnSp>
          <p:nvCxnSpPr>
            <p:cNvPr id="6" name="Google Shape;102;p15">
              <a:extLst>
                <a:ext uri="{FF2B5EF4-FFF2-40B4-BE49-F238E27FC236}">
                  <a16:creationId xmlns:a16="http://schemas.microsoft.com/office/drawing/2014/main" id="{BA6F0A87-BF21-4E91-9B23-6D24ACE8E0F4}"/>
                </a:ext>
              </a:extLst>
            </p:cNvPr>
            <p:cNvCxnSpPr/>
            <p:nvPr/>
          </p:nvCxnSpPr>
          <p:spPr>
            <a:xfrm>
              <a:off x="0" y="5253356"/>
              <a:ext cx="5737489" cy="0"/>
            </a:xfrm>
            <a:prstGeom prst="straightConnector1">
              <a:avLst/>
            </a:prstGeom>
            <a:grpFill/>
            <a:ln w="28575" cap="flat" cmpd="sng">
              <a:solidFill>
                <a:srgbClr val="04B6DF"/>
              </a:solidFill>
              <a:prstDash val="solid"/>
              <a:round/>
              <a:headEnd type="none" w="med" len="med"/>
              <a:tailEnd type="none" w="med" len="med"/>
            </a:ln>
          </p:spPr>
        </p:cxnSp>
        <p:sp>
          <p:nvSpPr>
            <p:cNvPr id="7" name="Google Shape;104;p15">
              <a:extLst>
                <a:ext uri="{FF2B5EF4-FFF2-40B4-BE49-F238E27FC236}">
                  <a16:creationId xmlns:a16="http://schemas.microsoft.com/office/drawing/2014/main" id="{43B72DFB-9E14-4BEF-BA05-8037D1878139}"/>
                </a:ext>
              </a:extLst>
            </p:cNvPr>
            <p:cNvSpPr/>
            <p:nvPr/>
          </p:nvSpPr>
          <p:spPr>
            <a:xfrm>
              <a:off x="5683677" y="5108032"/>
              <a:ext cx="123567" cy="345661"/>
            </a:xfrm>
            <a:custGeom>
              <a:avLst/>
              <a:gdLst/>
              <a:ahLst/>
              <a:cxnLst/>
              <a:rect l="l" t="t" r="r" b="b"/>
              <a:pathLst>
                <a:path w="8930" h="8919" extrusionOk="0">
                  <a:moveTo>
                    <a:pt x="4465" y="0"/>
                  </a:moveTo>
                  <a:cubicBezTo>
                    <a:pt x="2001" y="0"/>
                    <a:pt x="0" y="2001"/>
                    <a:pt x="0" y="4465"/>
                  </a:cubicBezTo>
                  <a:cubicBezTo>
                    <a:pt x="0" y="6918"/>
                    <a:pt x="2001" y="8918"/>
                    <a:pt x="4465" y="8918"/>
                  </a:cubicBezTo>
                  <a:cubicBezTo>
                    <a:pt x="6930" y="8918"/>
                    <a:pt x="8930" y="6918"/>
                    <a:pt x="8930" y="4465"/>
                  </a:cubicBezTo>
                  <a:cubicBezTo>
                    <a:pt x="8930" y="2001"/>
                    <a:pt x="6930" y="0"/>
                    <a:pt x="4465" y="0"/>
                  </a:cubicBezTo>
                  <a:close/>
                </a:path>
              </a:pathLst>
            </a:custGeom>
            <a:grpFill/>
            <a:ln w="28575">
              <a:solidFill>
                <a:srgbClr val="04B6DF"/>
              </a:solidFill>
            </a:ln>
          </p:spPr>
          <p:txBody>
            <a:bodyPr spcFirstLastPara="1" wrap="square" lIns="91425" tIns="91425" rIns="91425" bIns="91425" anchor="ctr" anchorCtr="0">
              <a:noAutofit/>
            </a:bodyPr>
            <a:lstStyle/>
            <a:p>
              <a:endParaRPr>
                <a:solidFill>
                  <a:prstClr val="black"/>
                </a:solidFill>
                <a:latin typeface="Times New Roman" panose="02020603050405020304" pitchFamily="18" charset="0"/>
                <a:cs typeface="Times New Roman" panose="02020603050405020304" pitchFamily="18" charset="0"/>
              </a:endParaRPr>
            </a:p>
          </p:txBody>
        </p:sp>
      </p:grpSp>
      <p:sp>
        <p:nvSpPr>
          <p:cNvPr id="8" name="Заголовок 1">
            <a:extLst>
              <a:ext uri="{FF2B5EF4-FFF2-40B4-BE49-F238E27FC236}">
                <a16:creationId xmlns:a16="http://schemas.microsoft.com/office/drawing/2014/main" id="{E7AA0093-A9EF-44EA-AAFB-448A9EB9E65E}"/>
              </a:ext>
            </a:extLst>
          </p:cNvPr>
          <p:cNvSpPr txBox="1">
            <a:spLocks/>
          </p:cNvSpPr>
          <p:nvPr/>
        </p:nvSpPr>
        <p:spPr bwMode="auto">
          <a:xfrm>
            <a:off x="578622" y="146398"/>
            <a:ext cx="10932989" cy="49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00" tIns="121900" rIns="121900" bIns="121900" numCol="1" anchor="ctr" anchorCtr="0" compatLnSpc="1">
            <a:prstTxWarp prst="textNoShape">
              <a:avLst/>
            </a:prstTxWarp>
          </a:bodyPr>
          <a:lstStyle>
            <a:defPPr marR="0" lvl="0" algn="l" rtl="0">
              <a:lnSpc>
                <a:spcPct val="100000"/>
              </a:lnSpc>
              <a:spcBef>
                <a:spcPts val="0"/>
              </a:spcBef>
              <a:spcAft>
                <a:spcPts val="0"/>
              </a:spcAft>
            </a:defPPr>
            <a:lvl1pPr lvl="0" algn="l" rtl="0" eaLnBrk="0" fontAlgn="base" hangingPunct="0">
              <a:spcBef>
                <a:spcPts val="0"/>
              </a:spcBef>
              <a:spcAft>
                <a:spcPct val="0"/>
              </a:spcAft>
              <a:defRPr sz="2400" b="1">
                <a:solidFill>
                  <a:srgbClr val="0052A4"/>
                </a:solidFill>
                <a:latin typeface="Calibri" panose="020F0502020204030204" pitchFamily="34" charset="0"/>
                <a:ea typeface="Arial"/>
                <a:cs typeface="Calibri" panose="020F0502020204030204" pitchFamily="34" charset="0"/>
                <a:sym typeface="Arial" panose="020B0604020202020204" pitchFamily="34" charset="0"/>
              </a:defRPr>
            </a:lvl1pPr>
            <a:lvl2pPr lvl="1"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lvl="2"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lvl="3"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lvl="4"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lvl="5"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lvl="6"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lvl="7"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lvl="8" algn="l" rtl="0" eaLnBrk="0" fontAlgn="base" hangingPunct="0">
              <a:spcBef>
                <a:spcPts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1" algn="ctr" defTabSz="1238206">
              <a:spcBef>
                <a:spcPct val="0"/>
              </a:spcBef>
              <a:defRPr/>
            </a:pPr>
            <a:r>
              <a:t>TAHLIL NATIJALARI</a:t>
            </a:r>
            <a:endParaRPr lang="uz-Latn-UZ" sz="2400" b="1" dirty="0">
              <a:solidFill>
                <a:srgbClr val="04B6DF"/>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030E3554-1FAA-4B4E-8E10-425D11F35B2D}"/>
              </a:ext>
            </a:extLst>
          </p:cNvPr>
          <p:cNvSpPr txBox="1"/>
          <p:nvPr/>
        </p:nvSpPr>
        <p:spPr>
          <a:xfrm>
            <a:off x="704401" y="1015922"/>
            <a:ext cx="11008334" cy="5011949"/>
          </a:xfrm>
          <a:prstGeom prst="rect">
            <a:avLst/>
          </a:prstGeom>
          <a:noFill/>
        </p:spPr>
        <p:txBody>
          <a:bodyPr wrap="square">
            <a:spAutoFit/>
          </a:bodyPr>
          <a:lstStyle/>
          <a:p>
            <a:pPr marL="360000" algn="just">
              <a:lnSpc>
                <a:spcPct val="150000"/>
              </a:lnSpc>
            </a:pPr>
            <a:r>
              <a:t>Mazkur bitiruv malakaviy ishda avtoturargoh xizmatlarini mobil ilova orqali raqamlashtirish yechimi ishlab chiqildi. Tizim foydalanuvchi uchun parkinglarni shahar bo‘yicha qidirish, xaritada ko‘rish, parking tafsilotlari bilan tanishish, bron qilish, wallet orqali to‘lovni tasdiqlash, elektron chek olish va booking tarixini kuzatish imkoniyatlarini birlashtiradi.</a:t>
            </a:r>
          </a:p>
          <a:p/>
          <a:p>
            <a:r>
              <a:t>Loyiha SwiftUI asosida state-driven interfeys bilan qurildi. Backend qismida Supabase Auth, Postgres, Realtime, Storage va RPC ishlatildi. Reservation va wallet kabi muhim amallar server tarafdagi RPC funksiyalari orqali atomik bajariladi. ParkingAvailabilityStore realtime o‘zgarishlarni kuzatadi, AdminStore esa owner dashboard, parking CRUD va reservation monitoringni boshqaradi.</a:t>
            </a:r>
          </a:p>
          <a:p/>
          <a:p>
            <a:r>
              <a:t>Natijada Smart Parking oddiy parking katalogi emas, balki customer va owner rollariga ega, real vaqt ma’lumotlari, xavfsiz RLS siyosatlari, localization, notification, review va cache-first yondashuvlarni birlashtirgan amaliy mobil axborot tizimi sifatida shakllandi.</a:t>
            </a:r>
          </a:p>
        </p:txBody>
      </p:sp>
    </p:spTree>
    <p:extLst>
      <p:ext uri="{BB962C8B-B14F-4D97-AF65-F5344CB8AC3E}">
        <p14:creationId xmlns:p14="http://schemas.microsoft.com/office/powerpoint/2010/main" val="3876139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78BDF9D5-47E5-452F-91D1-F353666E3A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95034" y="-2198567"/>
            <a:ext cx="4063032" cy="293349"/>
          </a:xfrm>
          <a:prstGeom prst="rect">
            <a:avLst/>
          </a:prstGeom>
        </p:spPr>
      </p:pic>
      <p:sp>
        <p:nvSpPr>
          <p:cNvPr id="16" name="Прямоугольник 15">
            <a:extLst>
              <a:ext uri="{FF2B5EF4-FFF2-40B4-BE49-F238E27FC236}">
                <a16:creationId xmlns:a16="http://schemas.microsoft.com/office/drawing/2014/main" id="{D6227AF5-E0A9-4D33-95BE-BDF3AA9ADEA7}"/>
              </a:ext>
            </a:extLst>
          </p:cNvPr>
          <p:cNvSpPr/>
          <p:nvPr/>
        </p:nvSpPr>
        <p:spPr>
          <a:xfrm>
            <a:off x="0" y="6187440"/>
            <a:ext cx="12192000" cy="6705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Прямоугольник: скругленные углы 20">
            <a:extLst>
              <a:ext uri="{FF2B5EF4-FFF2-40B4-BE49-F238E27FC236}">
                <a16:creationId xmlns:a16="http://schemas.microsoft.com/office/drawing/2014/main" id="{DFCE0AD8-7B75-44BF-9525-3C1B992EECC1}"/>
              </a:ext>
            </a:extLst>
          </p:cNvPr>
          <p:cNvSpPr/>
          <p:nvPr/>
        </p:nvSpPr>
        <p:spPr>
          <a:xfrm>
            <a:off x="478536" y="5985106"/>
            <a:ext cx="6492240" cy="485556"/>
          </a:xfrm>
          <a:prstGeom prst="roundRect">
            <a:avLst/>
          </a:prstGeom>
          <a:solidFill>
            <a:srgbClr val="00B050"/>
          </a:solidFill>
          <a:ln>
            <a:solidFill>
              <a:srgbClr val="00B05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ru-RU"/>
          </a:p>
        </p:txBody>
      </p:sp>
      <p:sp>
        <p:nvSpPr>
          <p:cNvPr id="20" name="Прямоугольник: скругленные углы 19">
            <a:extLst>
              <a:ext uri="{FF2B5EF4-FFF2-40B4-BE49-F238E27FC236}">
                <a16:creationId xmlns:a16="http://schemas.microsoft.com/office/drawing/2014/main" id="{F4BE31EC-1661-409E-B660-642F48FFEC87}"/>
              </a:ext>
            </a:extLst>
          </p:cNvPr>
          <p:cNvSpPr/>
          <p:nvPr/>
        </p:nvSpPr>
        <p:spPr>
          <a:xfrm>
            <a:off x="484632" y="4243057"/>
            <a:ext cx="6492240" cy="67056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ru-RU"/>
          </a:p>
        </p:txBody>
      </p:sp>
      <p:sp>
        <p:nvSpPr>
          <p:cNvPr id="19" name="Прямоугольник: скругленные углы 18">
            <a:extLst>
              <a:ext uri="{FF2B5EF4-FFF2-40B4-BE49-F238E27FC236}">
                <a16:creationId xmlns:a16="http://schemas.microsoft.com/office/drawing/2014/main" id="{0D26726D-A2DF-4EDC-9450-080596685D9C}"/>
              </a:ext>
            </a:extLst>
          </p:cNvPr>
          <p:cNvSpPr/>
          <p:nvPr/>
        </p:nvSpPr>
        <p:spPr>
          <a:xfrm>
            <a:off x="484632" y="2762609"/>
            <a:ext cx="6492240" cy="6705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a:extLst>
              <a:ext uri="{FF2B5EF4-FFF2-40B4-BE49-F238E27FC236}">
                <a16:creationId xmlns:a16="http://schemas.microsoft.com/office/drawing/2014/main" id="{D857D417-B9E8-4461-80B7-17962CD54635}"/>
              </a:ext>
            </a:extLst>
          </p:cNvPr>
          <p:cNvSpPr txBox="1">
            <a:spLocks/>
          </p:cNvSpPr>
          <p:nvPr/>
        </p:nvSpPr>
        <p:spPr>
          <a:xfrm>
            <a:off x="610187" y="246888"/>
            <a:ext cx="10058400" cy="589085"/>
          </a:xfrm>
          <a:prstGeom prst="rect">
            <a:avLst/>
          </a:prstGeom>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defRPr/>
            </a:pPr>
            <a:r>
              <a:t>XULOSALAR</a:t>
            </a:r>
            <a:endParaRPr lang="ru-RU" sz="2000" b="1" dirty="0">
              <a:solidFill>
                <a:srgbClr val="002060"/>
              </a:solidFill>
              <a:latin typeface="Times New Roman" panose="02020603050405020304" pitchFamily="18" charset="0"/>
              <a:cs typeface="Times New Roman" panose="02020603050405020304" pitchFamily="18" charset="0"/>
            </a:endParaRPr>
          </a:p>
        </p:txBody>
      </p:sp>
      <p:cxnSp>
        <p:nvCxnSpPr>
          <p:cNvPr id="3" name="Прямая соединительная линия 2">
            <a:extLst>
              <a:ext uri="{FF2B5EF4-FFF2-40B4-BE49-F238E27FC236}">
                <a16:creationId xmlns:a16="http://schemas.microsoft.com/office/drawing/2014/main" id="{18B0C9EB-EDD4-4888-89E9-C54FB498CDE6}"/>
              </a:ext>
            </a:extLst>
          </p:cNvPr>
          <p:cNvCxnSpPr>
            <a:cxnSpLocks/>
          </p:cNvCxnSpPr>
          <p:nvPr/>
        </p:nvCxnSpPr>
        <p:spPr>
          <a:xfrm>
            <a:off x="749808" y="835973"/>
            <a:ext cx="10381488"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Прямоугольник: скругленные углы 12">
            <a:extLst>
              <a:ext uri="{FF2B5EF4-FFF2-40B4-BE49-F238E27FC236}">
                <a16:creationId xmlns:a16="http://schemas.microsoft.com/office/drawing/2014/main" id="{8F529001-96D9-46BF-B7DB-4F9C962ADDB9}"/>
              </a:ext>
            </a:extLst>
          </p:cNvPr>
          <p:cNvSpPr/>
          <p:nvPr/>
        </p:nvSpPr>
        <p:spPr>
          <a:xfrm>
            <a:off x="420624" y="1586169"/>
            <a:ext cx="11292840" cy="1435841"/>
          </a:xfrm>
          <a:prstGeom prst="roundRect">
            <a:avLst/>
          </a:prstGeom>
          <a:ln w="3175"/>
        </p:spPr>
        <p:style>
          <a:lnRef idx="2">
            <a:schemeClr val="dk1"/>
          </a:lnRef>
          <a:fillRef idx="1">
            <a:schemeClr val="lt1"/>
          </a:fillRef>
          <a:effectRef idx="0">
            <a:schemeClr val="dk1"/>
          </a:effectRef>
          <a:fontRef idx="minor">
            <a:schemeClr val="dk1"/>
          </a:fontRef>
        </p:style>
        <p:txBody>
          <a:bodyPr rtlCol="0" anchor="ctr"/>
          <a:lstStyle/>
          <a:p>
            <a:pPr algn="just" defTabSz="360363">
              <a:tabLst>
                <a:tab pos="355600" algn="l"/>
              </a:tabLst>
            </a:pPr>
            <a:r>
              <a:t>Avtoturargoh boshqaruvidagi real vaqt ma’lumotlari yetishmasligi, bron noaniqligi va statistik nazorat sustligi kabi muammolar tahlil qilindi.</a:t>
            </a:r>
            <a:endParaRPr lang="ru-RU" sz="2400" dirty="0">
              <a:latin typeface="Times New Roman" panose="02020603050405020304" pitchFamily="18" charset="0"/>
              <a:cs typeface="Times New Roman" panose="02020603050405020304" pitchFamily="18" charset="0"/>
            </a:endParaRPr>
          </a:p>
        </p:txBody>
      </p:sp>
      <p:sp>
        <p:nvSpPr>
          <p:cNvPr id="14" name="Прямоугольник: скругленные углы 13">
            <a:extLst>
              <a:ext uri="{FF2B5EF4-FFF2-40B4-BE49-F238E27FC236}">
                <a16:creationId xmlns:a16="http://schemas.microsoft.com/office/drawing/2014/main" id="{1EAD64AE-634D-46ED-AD01-544D8905D82B}"/>
              </a:ext>
            </a:extLst>
          </p:cNvPr>
          <p:cNvSpPr/>
          <p:nvPr/>
        </p:nvSpPr>
        <p:spPr>
          <a:xfrm>
            <a:off x="420624" y="3165676"/>
            <a:ext cx="11292840" cy="1435841"/>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just" defTabSz="360363"/>
            <a:r>
              <a:t>SwiftUI va Supabase asosida customer va owner rollarini qo‘llab-quvvatlovchi Smart Parking iOS mobil ilovasi ishlab chiqildi.</a:t>
            </a:r>
            <a:endParaRPr lang="ru-RU" sz="2400" dirty="0">
              <a:latin typeface="Times New Roman" panose="02020603050405020304" pitchFamily="18" charset="0"/>
              <a:cs typeface="Times New Roman" panose="02020603050405020304" pitchFamily="18" charset="0"/>
            </a:endParaRPr>
          </a:p>
        </p:txBody>
      </p:sp>
      <p:sp>
        <p:nvSpPr>
          <p:cNvPr id="15" name="Прямоугольник: скругленные углы 14">
            <a:extLst>
              <a:ext uri="{FF2B5EF4-FFF2-40B4-BE49-F238E27FC236}">
                <a16:creationId xmlns:a16="http://schemas.microsoft.com/office/drawing/2014/main" id="{2A110CEE-5CF8-4876-B393-CE868B556601}"/>
              </a:ext>
            </a:extLst>
          </p:cNvPr>
          <p:cNvSpPr/>
          <p:nvPr/>
        </p:nvSpPr>
        <p:spPr>
          <a:xfrm>
            <a:off x="420624" y="4726897"/>
            <a:ext cx="11292840" cy="1559169"/>
          </a:xfrm>
          <a:prstGeom prst="roundRect">
            <a:avLst/>
          </a:prstGeom>
          <a:ln/>
        </p:spPr>
        <p:style>
          <a:lnRef idx="2">
            <a:schemeClr val="accent6"/>
          </a:lnRef>
          <a:fillRef idx="1">
            <a:schemeClr val="lt1"/>
          </a:fillRef>
          <a:effectRef idx="0">
            <a:schemeClr val="accent6"/>
          </a:effectRef>
          <a:fontRef idx="minor">
            <a:schemeClr val="dk1"/>
          </a:fontRef>
        </p:style>
        <p:txBody>
          <a:bodyPr rtlCol="0" anchor="ctr"/>
          <a:lstStyle/>
          <a:p>
            <a:pPr algn="just" defTabSz="360363"/>
            <a:r>
              <a:t>Realtime availability, reservation, wallet, notification, review, vehicles, favorites, localization va admin CRUD modullari integratsiya qilindi.</a:t>
            </a:r>
            <a:endParaRPr lang="ru-RU" sz="2400" dirty="0">
              <a:latin typeface="Times New Roman" panose="02020603050405020304" pitchFamily="18" charset="0"/>
              <a:cs typeface="Times New Roman" panose="02020603050405020304" pitchFamily="18" charset="0"/>
            </a:endParaRPr>
          </a:p>
        </p:txBody>
      </p:sp>
      <p:sp>
        <p:nvSpPr>
          <p:cNvPr id="5" name="Номер слайда 4">
            <a:extLst>
              <a:ext uri="{FF2B5EF4-FFF2-40B4-BE49-F238E27FC236}">
                <a16:creationId xmlns:a16="http://schemas.microsoft.com/office/drawing/2014/main" id="{D19516D5-CDA8-424B-8B03-6EE636EEC9F1}"/>
              </a:ext>
            </a:extLst>
          </p:cNvPr>
          <p:cNvSpPr>
            <a:spLocks noGrp="1"/>
          </p:cNvSpPr>
          <p:nvPr>
            <p:ph type="sldNum" sz="quarter" idx="12"/>
          </p:nvPr>
        </p:nvSpPr>
        <p:spPr/>
        <p:txBody>
          <a:bodyPr/>
          <a:lstStyle/>
          <a:p>
            <a:fld id="{45D0E0A9-3774-4C22-939F-C9D2909A983C}" type="slidenum">
              <a:rPr lang="ru-RU" smtClean="0"/>
              <a:t>15</a:t>
            </a:fld>
            <a:endParaRPr lang="ru-RU"/>
          </a:p>
        </p:txBody>
      </p:sp>
      <p:sp>
        <p:nvSpPr>
          <p:cNvPr id="7" name="Прямоугольник 6">
            <a:extLst>
              <a:ext uri="{FF2B5EF4-FFF2-40B4-BE49-F238E27FC236}">
                <a16:creationId xmlns:a16="http://schemas.microsoft.com/office/drawing/2014/main" id="{ED63AFAF-92AA-4664-A80F-F60A0CC30857}"/>
              </a:ext>
            </a:extLst>
          </p:cNvPr>
          <p:cNvSpPr/>
          <p:nvPr/>
        </p:nvSpPr>
        <p:spPr>
          <a:xfrm>
            <a:off x="191580" y="2225145"/>
            <a:ext cx="45719" cy="4245517"/>
          </a:xfrm>
          <a:prstGeom prst="rect">
            <a:avLst/>
          </a:prstGeom>
          <a:solidFill>
            <a:srgbClr val="052A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Овал 7">
            <a:extLst>
              <a:ext uri="{FF2B5EF4-FFF2-40B4-BE49-F238E27FC236}">
                <a16:creationId xmlns:a16="http://schemas.microsoft.com/office/drawing/2014/main" id="{4E15071E-FE44-467D-91DC-14DF98EFE323}"/>
              </a:ext>
            </a:extLst>
          </p:cNvPr>
          <p:cNvSpPr/>
          <p:nvPr/>
        </p:nvSpPr>
        <p:spPr>
          <a:xfrm>
            <a:off x="111315" y="2121004"/>
            <a:ext cx="208281" cy="208281"/>
          </a:xfrm>
          <a:prstGeom prst="ellipse">
            <a:avLst/>
          </a:prstGeom>
          <a:solidFill>
            <a:srgbClr val="0070C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Овал 22">
            <a:extLst>
              <a:ext uri="{FF2B5EF4-FFF2-40B4-BE49-F238E27FC236}">
                <a16:creationId xmlns:a16="http://schemas.microsoft.com/office/drawing/2014/main" id="{31C9DC47-02F3-4A2F-9260-E45A5220ECB2}"/>
              </a:ext>
            </a:extLst>
          </p:cNvPr>
          <p:cNvSpPr/>
          <p:nvPr/>
        </p:nvSpPr>
        <p:spPr>
          <a:xfrm>
            <a:off x="117412" y="4161029"/>
            <a:ext cx="208280" cy="208280"/>
          </a:xfrm>
          <a:prstGeom prst="ellipse">
            <a:avLst/>
          </a:prstGeom>
          <a:solidFill>
            <a:srgbClr val="C000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Овал 23">
            <a:extLst>
              <a:ext uri="{FF2B5EF4-FFF2-40B4-BE49-F238E27FC236}">
                <a16:creationId xmlns:a16="http://schemas.microsoft.com/office/drawing/2014/main" id="{D2FF8A92-3FB3-4DD0-B814-FC27661D5189}"/>
              </a:ext>
            </a:extLst>
          </p:cNvPr>
          <p:cNvSpPr/>
          <p:nvPr/>
        </p:nvSpPr>
        <p:spPr>
          <a:xfrm>
            <a:off x="130176" y="5791395"/>
            <a:ext cx="208280" cy="208280"/>
          </a:xfrm>
          <a:prstGeom prst="ellipse">
            <a:avLst/>
          </a:prstGeom>
          <a:solidFill>
            <a:srgbClr val="00B05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026" name="Picture 2" descr="Conclusion icons for free download | Freepik">
            <a:extLst>
              <a:ext uri="{FF2B5EF4-FFF2-40B4-BE49-F238E27FC236}">
                <a16:creationId xmlns:a16="http://schemas.microsoft.com/office/drawing/2014/main" id="{085C47AC-5F4D-4ED1-8F33-40C67A911AE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16267" y="64437"/>
            <a:ext cx="863517" cy="86351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Entertainment Icon PNG Images, Free Transparent Entertainment Icon Download  - KindPNG">
            <a:extLst>
              <a:ext uri="{FF2B5EF4-FFF2-40B4-BE49-F238E27FC236}">
                <a16:creationId xmlns:a16="http://schemas.microsoft.com/office/drawing/2014/main" id="{9010B3D2-EEB8-440A-9169-993FD3FF56A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924" y="25838"/>
            <a:ext cx="1152525" cy="1054598"/>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Прямая со стрелкой 16">
            <a:extLst>
              <a:ext uri="{FF2B5EF4-FFF2-40B4-BE49-F238E27FC236}">
                <a16:creationId xmlns:a16="http://schemas.microsoft.com/office/drawing/2014/main" id="{3B7861A3-DD78-4461-8395-599053A55E7F}"/>
              </a:ext>
            </a:extLst>
          </p:cNvPr>
          <p:cNvCxnSpPr/>
          <p:nvPr/>
        </p:nvCxnSpPr>
        <p:spPr>
          <a:xfrm>
            <a:off x="1186449" y="835973"/>
            <a:ext cx="100298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Freeform 7">
            <a:extLst>
              <a:ext uri="{FF2B5EF4-FFF2-40B4-BE49-F238E27FC236}">
                <a16:creationId xmlns:a16="http://schemas.microsoft.com/office/drawing/2014/main" id="{B3D175BD-00B5-4BAA-807C-C65D840A7838}"/>
              </a:ext>
            </a:extLst>
          </p:cNvPr>
          <p:cNvSpPr/>
          <p:nvPr/>
        </p:nvSpPr>
        <p:spPr>
          <a:xfrm rot="-5400000">
            <a:off x="1619116" y="698608"/>
            <a:ext cx="96703" cy="198648"/>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42" name="Freeform 7">
            <a:extLst>
              <a:ext uri="{FF2B5EF4-FFF2-40B4-BE49-F238E27FC236}">
                <a16:creationId xmlns:a16="http://schemas.microsoft.com/office/drawing/2014/main" id="{9E975623-3A70-4AA7-A162-3E66A7195368}"/>
              </a:ext>
            </a:extLst>
          </p:cNvPr>
          <p:cNvSpPr/>
          <p:nvPr/>
        </p:nvSpPr>
        <p:spPr>
          <a:xfrm rot="5400000">
            <a:off x="1726786" y="782545"/>
            <a:ext cx="96702" cy="198646"/>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43" name="Freeform 7">
            <a:extLst>
              <a:ext uri="{FF2B5EF4-FFF2-40B4-BE49-F238E27FC236}">
                <a16:creationId xmlns:a16="http://schemas.microsoft.com/office/drawing/2014/main" id="{2BCD531A-7C29-4E19-9C15-3B2AC4F156E1}"/>
              </a:ext>
            </a:extLst>
          </p:cNvPr>
          <p:cNvSpPr/>
          <p:nvPr/>
        </p:nvSpPr>
        <p:spPr>
          <a:xfrm rot="-5400000">
            <a:off x="2737834" y="698607"/>
            <a:ext cx="96703" cy="198648"/>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44" name="Freeform 7">
            <a:extLst>
              <a:ext uri="{FF2B5EF4-FFF2-40B4-BE49-F238E27FC236}">
                <a16:creationId xmlns:a16="http://schemas.microsoft.com/office/drawing/2014/main" id="{AFA2B347-AF2C-4DF4-ADC8-640131EB1E25}"/>
              </a:ext>
            </a:extLst>
          </p:cNvPr>
          <p:cNvSpPr/>
          <p:nvPr/>
        </p:nvSpPr>
        <p:spPr>
          <a:xfrm rot="5400000">
            <a:off x="2845504" y="782544"/>
            <a:ext cx="96702" cy="198646"/>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45" name="Freeform 7">
            <a:extLst>
              <a:ext uri="{FF2B5EF4-FFF2-40B4-BE49-F238E27FC236}">
                <a16:creationId xmlns:a16="http://schemas.microsoft.com/office/drawing/2014/main" id="{24E7EBB9-5BF9-4763-957A-752ACC87BDF9}"/>
              </a:ext>
            </a:extLst>
          </p:cNvPr>
          <p:cNvSpPr/>
          <p:nvPr/>
        </p:nvSpPr>
        <p:spPr>
          <a:xfrm rot="-5400000">
            <a:off x="4122082" y="680700"/>
            <a:ext cx="96703" cy="198648"/>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46" name="Freeform 7">
            <a:extLst>
              <a:ext uri="{FF2B5EF4-FFF2-40B4-BE49-F238E27FC236}">
                <a16:creationId xmlns:a16="http://schemas.microsoft.com/office/drawing/2014/main" id="{E5729DE2-1BCE-46BA-972A-CEF3CC8D2F7A}"/>
              </a:ext>
            </a:extLst>
          </p:cNvPr>
          <p:cNvSpPr/>
          <p:nvPr/>
        </p:nvSpPr>
        <p:spPr>
          <a:xfrm rot="5400000">
            <a:off x="4229752" y="764637"/>
            <a:ext cx="96702" cy="198646"/>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47" name="Freeform 7">
            <a:extLst>
              <a:ext uri="{FF2B5EF4-FFF2-40B4-BE49-F238E27FC236}">
                <a16:creationId xmlns:a16="http://schemas.microsoft.com/office/drawing/2014/main" id="{69C25BCE-FE8C-4A5A-BB8A-891BA322A568}"/>
              </a:ext>
            </a:extLst>
          </p:cNvPr>
          <p:cNvSpPr/>
          <p:nvPr/>
        </p:nvSpPr>
        <p:spPr>
          <a:xfrm rot="-5400000">
            <a:off x="5378250" y="698606"/>
            <a:ext cx="96703" cy="198648"/>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48" name="Freeform 7">
            <a:extLst>
              <a:ext uri="{FF2B5EF4-FFF2-40B4-BE49-F238E27FC236}">
                <a16:creationId xmlns:a16="http://schemas.microsoft.com/office/drawing/2014/main" id="{98D9B188-0AE9-41CC-8355-BD1713D18082}"/>
              </a:ext>
            </a:extLst>
          </p:cNvPr>
          <p:cNvSpPr/>
          <p:nvPr/>
        </p:nvSpPr>
        <p:spPr>
          <a:xfrm rot="5400000">
            <a:off x="5485920" y="782543"/>
            <a:ext cx="96702" cy="198646"/>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52" name="Freeform 7">
            <a:extLst>
              <a:ext uri="{FF2B5EF4-FFF2-40B4-BE49-F238E27FC236}">
                <a16:creationId xmlns:a16="http://schemas.microsoft.com/office/drawing/2014/main" id="{022B1E85-2E1F-4967-B48E-1CFC0380A1AE}"/>
              </a:ext>
            </a:extLst>
          </p:cNvPr>
          <p:cNvSpPr/>
          <p:nvPr/>
        </p:nvSpPr>
        <p:spPr>
          <a:xfrm rot="-5400000">
            <a:off x="6585625" y="694398"/>
            <a:ext cx="96703" cy="198648"/>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53" name="Freeform 7">
            <a:extLst>
              <a:ext uri="{FF2B5EF4-FFF2-40B4-BE49-F238E27FC236}">
                <a16:creationId xmlns:a16="http://schemas.microsoft.com/office/drawing/2014/main" id="{C7F30C56-70E8-4F2F-87AA-B503E17F151A}"/>
              </a:ext>
            </a:extLst>
          </p:cNvPr>
          <p:cNvSpPr/>
          <p:nvPr/>
        </p:nvSpPr>
        <p:spPr>
          <a:xfrm rot="5400000">
            <a:off x="6693295" y="778335"/>
            <a:ext cx="96702" cy="198646"/>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54" name="Freeform 7">
            <a:extLst>
              <a:ext uri="{FF2B5EF4-FFF2-40B4-BE49-F238E27FC236}">
                <a16:creationId xmlns:a16="http://schemas.microsoft.com/office/drawing/2014/main" id="{6331C34D-E321-43B3-9685-71C9BF1A962D}"/>
              </a:ext>
            </a:extLst>
          </p:cNvPr>
          <p:cNvSpPr/>
          <p:nvPr/>
        </p:nvSpPr>
        <p:spPr>
          <a:xfrm rot="-5400000">
            <a:off x="8121826" y="688295"/>
            <a:ext cx="96703" cy="198648"/>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55" name="Freeform 7">
            <a:extLst>
              <a:ext uri="{FF2B5EF4-FFF2-40B4-BE49-F238E27FC236}">
                <a16:creationId xmlns:a16="http://schemas.microsoft.com/office/drawing/2014/main" id="{D5C3B829-BCC7-4EEC-8E44-DFA99AFD8E0F}"/>
              </a:ext>
            </a:extLst>
          </p:cNvPr>
          <p:cNvSpPr/>
          <p:nvPr/>
        </p:nvSpPr>
        <p:spPr>
          <a:xfrm rot="5400000">
            <a:off x="8229496" y="772232"/>
            <a:ext cx="96702" cy="198646"/>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56" name="Freeform 7">
            <a:extLst>
              <a:ext uri="{FF2B5EF4-FFF2-40B4-BE49-F238E27FC236}">
                <a16:creationId xmlns:a16="http://schemas.microsoft.com/office/drawing/2014/main" id="{0C409D99-8135-4215-8D41-05F1E083AD3C}"/>
              </a:ext>
            </a:extLst>
          </p:cNvPr>
          <p:cNvSpPr/>
          <p:nvPr/>
        </p:nvSpPr>
        <p:spPr>
          <a:xfrm rot="-5400000">
            <a:off x="9385222" y="700233"/>
            <a:ext cx="96703" cy="198648"/>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57" name="Freeform 7">
            <a:extLst>
              <a:ext uri="{FF2B5EF4-FFF2-40B4-BE49-F238E27FC236}">
                <a16:creationId xmlns:a16="http://schemas.microsoft.com/office/drawing/2014/main" id="{7F1B64EA-68A1-4411-8F02-F1E23805019B}"/>
              </a:ext>
            </a:extLst>
          </p:cNvPr>
          <p:cNvSpPr/>
          <p:nvPr/>
        </p:nvSpPr>
        <p:spPr>
          <a:xfrm rot="5400000">
            <a:off x="9492892" y="784170"/>
            <a:ext cx="96702" cy="198646"/>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58" name="Freeform 7">
            <a:extLst>
              <a:ext uri="{FF2B5EF4-FFF2-40B4-BE49-F238E27FC236}">
                <a16:creationId xmlns:a16="http://schemas.microsoft.com/office/drawing/2014/main" id="{9E6826DB-25EE-4AB0-8E2F-3A8DD3A7ED64}"/>
              </a:ext>
            </a:extLst>
          </p:cNvPr>
          <p:cNvSpPr/>
          <p:nvPr/>
        </p:nvSpPr>
        <p:spPr>
          <a:xfrm rot="-5400000">
            <a:off x="10651485" y="694681"/>
            <a:ext cx="96703" cy="198648"/>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59" name="Freeform 7">
            <a:extLst>
              <a:ext uri="{FF2B5EF4-FFF2-40B4-BE49-F238E27FC236}">
                <a16:creationId xmlns:a16="http://schemas.microsoft.com/office/drawing/2014/main" id="{1B599302-9A04-48AB-932E-C0AEAAEEDE3F}"/>
              </a:ext>
            </a:extLst>
          </p:cNvPr>
          <p:cNvSpPr/>
          <p:nvPr/>
        </p:nvSpPr>
        <p:spPr>
          <a:xfrm rot="5400000">
            <a:off x="10759155" y="778618"/>
            <a:ext cx="96702" cy="198646"/>
          </a:xfrm>
          <a:custGeom>
            <a:avLst/>
            <a:gdLst/>
            <a:ahLst/>
            <a:cxnLst/>
            <a:rect l="l" t="t" r="r" b="b"/>
            <a:pathLst>
              <a:path w="1015539" h="2086127">
                <a:moveTo>
                  <a:pt x="0" y="0"/>
                </a:moveTo>
                <a:lnTo>
                  <a:pt x="1015539" y="0"/>
                </a:lnTo>
                <a:lnTo>
                  <a:pt x="1015539" y="2086127"/>
                </a:lnTo>
                <a:lnTo>
                  <a:pt x="0" y="2086127"/>
                </a:lnTo>
                <a:lnTo>
                  <a:pt x="0" y="0"/>
                </a:lnTo>
                <a:close/>
              </a:path>
            </a:pathLst>
          </a:custGeom>
          <a:blipFill>
            <a:blip r:embed="rId5">
              <a:extLst>
                <a:ext uri="{96DAC541-7B7A-43D3-8B79-37D633B846F1}">
                  <asvg:svgBlip xmlns:asvg="http://schemas.microsoft.com/office/drawing/2016/SVG/main" r:embed="rId6"/>
                </a:ext>
              </a:extLst>
            </a:blip>
            <a:stretch>
              <a:fillRect l="-105420"/>
            </a:stretch>
          </a:blipFill>
          <a:ln cap="sq">
            <a:noFill/>
            <a:prstDash val="solid"/>
            <a:miter/>
          </a:ln>
        </p:spPr>
      </p:sp>
      <p:sp>
        <p:nvSpPr>
          <p:cNvPr id="38" name="Номер слайда 3">
            <a:extLst>
              <a:ext uri="{FF2B5EF4-FFF2-40B4-BE49-F238E27FC236}">
                <a16:creationId xmlns:a16="http://schemas.microsoft.com/office/drawing/2014/main" id="{86B0E9B6-78B7-4E3F-9D12-5BAA29F31B7E}"/>
              </a:ext>
            </a:extLst>
          </p:cNvPr>
          <p:cNvSpPr txBox="1">
            <a:spLocks/>
          </p:cNvSpPr>
          <p:nvPr/>
        </p:nvSpPr>
        <p:spPr>
          <a:xfrm>
            <a:off x="11511611" y="6147499"/>
            <a:ext cx="669925" cy="710501"/>
          </a:xfrm>
          <a:prstGeom prst="rect">
            <a:avLst/>
          </a:prstGeom>
          <a:solidFill>
            <a:srgbClr val="223E91"/>
          </a:solidFill>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ru-RU" sz="3600" dirty="0">
                <a:latin typeface="Times New Roman" panose="02020603050405020304" pitchFamily="18" charset="0"/>
                <a:cs typeface="Times New Roman" panose="02020603050405020304" pitchFamily="18" charset="0"/>
              </a:rPr>
              <a:t>15</a:t>
            </a:r>
            <a:endParaRPr lang="ru-RU" altLang="ru-RU"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7454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82EDD07E-707F-44B7-830B-9A1397ADAE9D}"/>
              </a:ext>
            </a:extLst>
          </p:cNvPr>
          <p:cNvSpPr/>
          <p:nvPr/>
        </p:nvSpPr>
        <p:spPr>
          <a:xfrm>
            <a:off x="441960" y="3659769"/>
            <a:ext cx="6492240" cy="485556"/>
          </a:xfrm>
          <a:prstGeom prst="roundRect">
            <a:avLst/>
          </a:prstGeom>
          <a:solidFill>
            <a:srgbClr val="EB4343"/>
          </a:solidFill>
          <a:ln>
            <a:solidFill>
              <a:srgbClr val="EB434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ru-RU"/>
          </a:p>
        </p:txBody>
      </p:sp>
      <p:sp>
        <p:nvSpPr>
          <p:cNvPr id="13" name="Прямоугольник 12">
            <a:extLst>
              <a:ext uri="{FF2B5EF4-FFF2-40B4-BE49-F238E27FC236}">
                <a16:creationId xmlns:a16="http://schemas.microsoft.com/office/drawing/2014/main" id="{A3C05B8D-E410-42A4-8411-3D6578FE4F43}"/>
              </a:ext>
            </a:extLst>
          </p:cNvPr>
          <p:cNvSpPr/>
          <p:nvPr/>
        </p:nvSpPr>
        <p:spPr>
          <a:xfrm>
            <a:off x="0" y="6187440"/>
            <a:ext cx="12192000" cy="6705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Прямоугольник: скругленные углы 14">
            <a:extLst>
              <a:ext uri="{FF2B5EF4-FFF2-40B4-BE49-F238E27FC236}">
                <a16:creationId xmlns:a16="http://schemas.microsoft.com/office/drawing/2014/main" id="{E0107DAC-26CA-4B96-BC11-D5C4370AD44C}"/>
              </a:ext>
            </a:extLst>
          </p:cNvPr>
          <p:cNvSpPr/>
          <p:nvPr/>
        </p:nvSpPr>
        <p:spPr>
          <a:xfrm>
            <a:off x="441960" y="5880110"/>
            <a:ext cx="6492240" cy="670560"/>
          </a:xfrm>
          <a:prstGeom prst="roundRect">
            <a:avLst/>
          </a:prstGeom>
          <a:solidFill>
            <a:srgbClr val="79D9BE"/>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ru-RU"/>
          </a:p>
        </p:txBody>
      </p:sp>
      <p:sp>
        <p:nvSpPr>
          <p:cNvPr id="9" name="Прямоугольник: скругленные углы 8">
            <a:extLst>
              <a:ext uri="{FF2B5EF4-FFF2-40B4-BE49-F238E27FC236}">
                <a16:creationId xmlns:a16="http://schemas.microsoft.com/office/drawing/2014/main" id="{1B5C11BA-0E2D-4BB8-A277-425C3E9DF068}"/>
              </a:ext>
            </a:extLst>
          </p:cNvPr>
          <p:cNvSpPr/>
          <p:nvPr/>
        </p:nvSpPr>
        <p:spPr>
          <a:xfrm>
            <a:off x="441960" y="1746838"/>
            <a:ext cx="6492240" cy="670560"/>
          </a:xfrm>
          <a:prstGeom prst="roundRect">
            <a:avLst/>
          </a:prstGeom>
          <a:solidFill>
            <a:srgbClr val="FFC000"/>
          </a:solidFill>
          <a:ln>
            <a:solidFill>
              <a:srgbClr val="FFC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ru-RU" dirty="0"/>
          </a:p>
        </p:txBody>
      </p:sp>
      <p:sp>
        <p:nvSpPr>
          <p:cNvPr id="2" name="Прямоугольник: скругленные углы 1">
            <a:extLst>
              <a:ext uri="{FF2B5EF4-FFF2-40B4-BE49-F238E27FC236}">
                <a16:creationId xmlns:a16="http://schemas.microsoft.com/office/drawing/2014/main" id="{4506AB28-C102-42E6-A81B-53D4A11C3864}"/>
              </a:ext>
            </a:extLst>
          </p:cNvPr>
          <p:cNvSpPr/>
          <p:nvPr/>
        </p:nvSpPr>
        <p:spPr>
          <a:xfrm>
            <a:off x="348557" y="583225"/>
            <a:ext cx="11262360" cy="1378778"/>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just" defTabSz="355600"/>
            <a:r>
              <a:t>Tizim Auth, User, Store/Manager, Service va Supabase backend qatlamlariga ajratildi hamda data flow izchil tashkil qilindi.</a:t>
            </a:r>
            <a:endParaRPr lang="ru-RU" sz="2400" dirty="0">
              <a:latin typeface="Times New Roman" panose="02020603050405020304" pitchFamily="18" charset="0"/>
              <a:cs typeface="Times New Roman" panose="02020603050405020304" pitchFamily="18" charset="0"/>
            </a:endParaRPr>
          </a:p>
        </p:txBody>
      </p:sp>
      <p:sp>
        <p:nvSpPr>
          <p:cNvPr id="3" name="Прямоугольник: скругленные углы 2">
            <a:extLst>
              <a:ext uri="{FF2B5EF4-FFF2-40B4-BE49-F238E27FC236}">
                <a16:creationId xmlns:a16="http://schemas.microsoft.com/office/drawing/2014/main" id="{C0FEED37-E335-4CB5-A9B5-8131B732C0DD}"/>
              </a:ext>
            </a:extLst>
          </p:cNvPr>
          <p:cNvSpPr/>
          <p:nvPr/>
        </p:nvSpPr>
        <p:spPr>
          <a:xfrm>
            <a:off x="323088" y="2360681"/>
            <a:ext cx="11262360" cy="1395379"/>
          </a:xfrm>
          <a:prstGeom prst="roundRect">
            <a:avLst/>
          </a:prstGeom>
          <a:ln>
            <a:solidFill>
              <a:srgbClr val="C00000"/>
            </a:solidFill>
          </a:ln>
        </p:spPr>
        <p:style>
          <a:lnRef idx="2">
            <a:schemeClr val="accent4"/>
          </a:lnRef>
          <a:fillRef idx="1">
            <a:schemeClr val="lt1"/>
          </a:fillRef>
          <a:effectRef idx="0">
            <a:schemeClr val="accent4"/>
          </a:effectRef>
          <a:fontRef idx="minor">
            <a:schemeClr val="dk1"/>
          </a:fontRef>
        </p:style>
        <p:txBody>
          <a:bodyPr rtlCol="0" anchor="ctr"/>
          <a:lstStyle/>
          <a:p>
            <a:pPr algn="just" defTabSz="355600"/>
            <a:r>
              <a:t>Customer oqimi parking qidirishdan elektron chekgacha, owner oqimi esa dashboard, parking CRUD va reservation monitoringgacha qamrab olindi.</a:t>
            </a:r>
            <a:endParaRPr lang="ru-RU" sz="2400" dirty="0">
              <a:latin typeface="Times New Roman" panose="02020603050405020304" pitchFamily="18" charset="0"/>
              <a:cs typeface="Times New Roman" panose="02020603050405020304" pitchFamily="18" charset="0"/>
            </a:endParaRPr>
          </a:p>
        </p:txBody>
      </p:sp>
      <p:sp>
        <p:nvSpPr>
          <p:cNvPr id="4" name="Прямоугольник: скругленные углы 3">
            <a:extLst>
              <a:ext uri="{FF2B5EF4-FFF2-40B4-BE49-F238E27FC236}">
                <a16:creationId xmlns:a16="http://schemas.microsoft.com/office/drawing/2014/main" id="{A455CACB-D20A-45CC-805D-65494753281B}"/>
              </a:ext>
            </a:extLst>
          </p:cNvPr>
          <p:cNvSpPr/>
          <p:nvPr/>
        </p:nvSpPr>
        <p:spPr>
          <a:xfrm>
            <a:off x="323088" y="4095466"/>
            <a:ext cx="11262360" cy="2115798"/>
          </a:xfrm>
          <a:prstGeom prst="roundRect">
            <a:avLst/>
          </a:prstGeom>
          <a:ln>
            <a:solidFill>
              <a:srgbClr val="00B050"/>
            </a:solidFill>
          </a:ln>
        </p:spPr>
        <p:style>
          <a:lnRef idx="2">
            <a:schemeClr val="accent2"/>
          </a:lnRef>
          <a:fillRef idx="1">
            <a:schemeClr val="lt1"/>
          </a:fillRef>
          <a:effectRef idx="0">
            <a:schemeClr val="accent2"/>
          </a:effectRef>
          <a:fontRef idx="minor">
            <a:schemeClr val="dk1"/>
          </a:fontRef>
        </p:style>
        <p:txBody>
          <a:bodyPr rtlCol="0" anchor="ctr"/>
          <a:lstStyle/>
          <a:p>
            <a:pPr algn="just" defTabSz="355600"/>
            <a:r>
              <a:t>Kelgusida IoT sensorlar, QR-kodli kirish-chiqish, onlayn to‘lov provayderlari va kengaytirilgan analitika modullari qo‘shilishi mumkin.</a:t>
            </a:r>
            <a:endParaRPr lang="ru-RU" sz="2400" dirty="0">
              <a:latin typeface="Times New Roman" panose="02020603050405020304" pitchFamily="18" charset="0"/>
              <a:cs typeface="Times New Roman" panose="02020603050405020304" pitchFamily="18" charset="0"/>
            </a:endParaRPr>
          </a:p>
        </p:txBody>
      </p:sp>
      <p:sp>
        <p:nvSpPr>
          <p:cNvPr id="12" name="Номер слайда 1">
            <a:extLst>
              <a:ext uri="{FF2B5EF4-FFF2-40B4-BE49-F238E27FC236}">
                <a16:creationId xmlns:a16="http://schemas.microsoft.com/office/drawing/2014/main" id="{42715954-C3B6-4680-BF94-8DEADCD0C18C}"/>
              </a:ext>
            </a:extLst>
          </p:cNvPr>
          <p:cNvSpPr txBox="1">
            <a:spLocks noChangeArrowheads="1"/>
          </p:cNvSpPr>
          <p:nvPr/>
        </p:nvSpPr>
        <p:spPr bwMode="auto">
          <a:xfrm>
            <a:off x="11490910" y="6210041"/>
            <a:ext cx="714512" cy="67056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lstStyle>
            <a:defPPr>
              <a:defRPr lang="en-US"/>
            </a:defPPr>
            <a:lvl1pPr marL="0" algn="r" defTabSz="457200" rtl="0" eaLnBrk="1" latinLnBrk="0" hangingPunct="1">
              <a:defRPr sz="1051" kern="1200">
                <a:solidFill>
                  <a:schemeClr val="tx1"/>
                </a:solidFill>
                <a:latin typeface="Arial" panose="020B0604020202020204" pitchFamily="34" charset="0"/>
                <a:ea typeface="+mn-ea"/>
                <a:cs typeface="+mn-cs"/>
              </a:defRPr>
            </a:lvl1pPr>
            <a:lvl2pPr marL="742988" indent="-285765" algn="l" defTabSz="457200" rtl="0" eaLnBrk="1" latinLnBrk="0" hangingPunct="1">
              <a:defRPr sz="1800" kern="1200">
                <a:solidFill>
                  <a:schemeClr val="tx1"/>
                </a:solidFill>
                <a:latin typeface="Arial" panose="020B0604020202020204" pitchFamily="34" charset="0"/>
                <a:ea typeface="+mn-ea"/>
                <a:cs typeface="+mn-cs"/>
              </a:defRPr>
            </a:lvl2pPr>
            <a:lvl3pPr marL="1143056" indent="-228611" algn="l" defTabSz="457200" rtl="0" eaLnBrk="1" latinLnBrk="0" hangingPunct="1">
              <a:defRPr sz="1800" kern="1200">
                <a:solidFill>
                  <a:schemeClr val="tx1"/>
                </a:solidFill>
                <a:latin typeface="Arial" panose="020B0604020202020204" pitchFamily="34" charset="0"/>
                <a:ea typeface="+mn-ea"/>
                <a:cs typeface="+mn-cs"/>
              </a:defRPr>
            </a:lvl3pPr>
            <a:lvl4pPr marL="1600279" indent="-228611" algn="l" defTabSz="457200" rtl="0" eaLnBrk="1" latinLnBrk="0" hangingPunct="1">
              <a:defRPr sz="1800" kern="1200">
                <a:solidFill>
                  <a:schemeClr val="tx1"/>
                </a:solidFill>
                <a:latin typeface="Arial" panose="020B0604020202020204" pitchFamily="34" charset="0"/>
                <a:ea typeface="+mn-ea"/>
                <a:cs typeface="+mn-cs"/>
              </a:defRPr>
            </a:lvl4pPr>
            <a:lvl5pPr marL="2057503" indent="-228611" algn="l" defTabSz="457200" rtl="0" eaLnBrk="1" latinLnBrk="0" hangingPunct="1">
              <a:defRPr sz="1800" kern="1200">
                <a:solidFill>
                  <a:schemeClr val="tx1"/>
                </a:solidFill>
                <a:latin typeface="Arial" panose="020B0604020202020204" pitchFamily="34" charset="0"/>
                <a:ea typeface="+mn-ea"/>
                <a:cs typeface="+mn-cs"/>
              </a:defRPr>
            </a:lvl5pPr>
            <a:lvl6pPr marL="2514725" indent="-228611"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6pPr>
            <a:lvl7pPr marL="2971947" indent="-228611"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7pPr>
            <a:lvl8pPr marL="3429170" indent="-228611"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8pPr>
            <a:lvl9pPr marL="3886393" indent="-228611" algn="l" defTabSz="457200" rtl="0" eaLnBrk="0" fontAlgn="base" latinLnBrk="0" hangingPunct="0">
              <a:spcBef>
                <a:spcPct val="0"/>
              </a:spcBef>
              <a:spcAft>
                <a:spcPct val="0"/>
              </a:spcAft>
              <a:defRPr sz="1800" kern="1200">
                <a:solidFill>
                  <a:schemeClr val="tx1"/>
                </a:solidFill>
                <a:latin typeface="Arial" panose="020B0604020202020204" pitchFamily="34" charset="0"/>
                <a:ea typeface="+mn-ea"/>
                <a:cs typeface="+mn-cs"/>
              </a:defRPr>
            </a:lvl9pPr>
          </a:lstStyle>
          <a:p>
            <a:pPr algn="ctr"/>
            <a:r>
              <a:rPr lang="en-US" altLang="ru-RU" sz="2400" b="1" dirty="0">
                <a:solidFill>
                  <a:srgbClr val="000099"/>
                </a:solidFill>
                <a:latin typeface="Times New Roman" panose="02020603050405020304" pitchFamily="18" charset="0"/>
                <a:cs typeface="Times New Roman" panose="02020603050405020304" pitchFamily="18" charset="0"/>
              </a:rPr>
              <a:t>16</a:t>
            </a:r>
            <a:endParaRPr lang="ru-RU" altLang="ru-RU" sz="2400" b="1" dirty="0">
              <a:solidFill>
                <a:srgbClr val="000099"/>
              </a:solidFill>
              <a:latin typeface="Times New Roman" panose="02020603050405020304" pitchFamily="18" charset="0"/>
              <a:cs typeface="Times New Roman" panose="02020603050405020304" pitchFamily="18" charset="0"/>
            </a:endParaRPr>
          </a:p>
        </p:txBody>
      </p:sp>
      <p:sp>
        <p:nvSpPr>
          <p:cNvPr id="14" name="Прямоугольник 13">
            <a:extLst>
              <a:ext uri="{FF2B5EF4-FFF2-40B4-BE49-F238E27FC236}">
                <a16:creationId xmlns:a16="http://schemas.microsoft.com/office/drawing/2014/main" id="{203FC07C-2570-4833-88F2-A055B5BDDE9E}"/>
              </a:ext>
            </a:extLst>
          </p:cNvPr>
          <p:cNvSpPr/>
          <p:nvPr/>
        </p:nvSpPr>
        <p:spPr>
          <a:xfrm>
            <a:off x="151419" y="-13878"/>
            <a:ext cx="45719" cy="6871877"/>
          </a:xfrm>
          <a:prstGeom prst="rect">
            <a:avLst/>
          </a:prstGeom>
          <a:solidFill>
            <a:srgbClr val="052A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Овал 15">
            <a:extLst>
              <a:ext uri="{FF2B5EF4-FFF2-40B4-BE49-F238E27FC236}">
                <a16:creationId xmlns:a16="http://schemas.microsoft.com/office/drawing/2014/main" id="{26495549-30D7-4BE0-B8C1-0EC0341303BF}"/>
              </a:ext>
            </a:extLst>
          </p:cNvPr>
          <p:cNvSpPr/>
          <p:nvPr/>
        </p:nvSpPr>
        <p:spPr>
          <a:xfrm>
            <a:off x="70137" y="876266"/>
            <a:ext cx="208281" cy="208281"/>
          </a:xfrm>
          <a:prstGeom prst="ellipse">
            <a:avLst/>
          </a:prstGeom>
          <a:solidFill>
            <a:srgbClr val="FFC0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Овал 17">
            <a:extLst>
              <a:ext uri="{FF2B5EF4-FFF2-40B4-BE49-F238E27FC236}">
                <a16:creationId xmlns:a16="http://schemas.microsoft.com/office/drawing/2014/main" id="{1C422463-2D09-44F0-BC11-CF3ED5211468}"/>
              </a:ext>
            </a:extLst>
          </p:cNvPr>
          <p:cNvSpPr/>
          <p:nvPr/>
        </p:nvSpPr>
        <p:spPr>
          <a:xfrm>
            <a:off x="70138" y="2824165"/>
            <a:ext cx="208280" cy="208280"/>
          </a:xfrm>
          <a:prstGeom prst="ellipse">
            <a:avLst/>
          </a:prstGeom>
          <a:solidFill>
            <a:srgbClr val="C000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Овал 18">
            <a:extLst>
              <a:ext uri="{FF2B5EF4-FFF2-40B4-BE49-F238E27FC236}">
                <a16:creationId xmlns:a16="http://schemas.microsoft.com/office/drawing/2014/main" id="{DBFAF07B-737D-4ABD-B290-D5ABB950794E}"/>
              </a:ext>
            </a:extLst>
          </p:cNvPr>
          <p:cNvSpPr/>
          <p:nvPr/>
        </p:nvSpPr>
        <p:spPr>
          <a:xfrm>
            <a:off x="61535" y="5020279"/>
            <a:ext cx="208280" cy="208280"/>
          </a:xfrm>
          <a:prstGeom prst="ellipse">
            <a:avLst/>
          </a:prstGeom>
          <a:solidFill>
            <a:srgbClr val="86C5B4"/>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97835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1643" r="-11643"/>
            </a:stretch>
          </a:blipFill>
        </p:spPr>
      </p:sp>
      <p:sp>
        <p:nvSpPr>
          <p:cNvPr id="3" name="Freeform 3"/>
          <p:cNvSpPr/>
          <p:nvPr/>
        </p:nvSpPr>
        <p:spPr>
          <a:xfrm>
            <a:off x="-1" y="1524750"/>
            <a:ext cx="382555" cy="753141"/>
          </a:xfrm>
          <a:custGeom>
            <a:avLst/>
            <a:gdLst/>
            <a:ahLst/>
            <a:cxnLst/>
            <a:rect l="l" t="t" r="r" b="b"/>
            <a:pathLst>
              <a:path w="268365" h="560671">
                <a:moveTo>
                  <a:pt x="0" y="0"/>
                </a:moveTo>
                <a:lnTo>
                  <a:pt x="268365" y="0"/>
                </a:lnTo>
                <a:lnTo>
                  <a:pt x="268365" y="560671"/>
                </a:lnTo>
                <a:lnTo>
                  <a:pt x="0" y="560671"/>
                </a:lnTo>
                <a:lnTo>
                  <a:pt x="0" y="0"/>
                </a:lnTo>
                <a:close/>
              </a:path>
            </a:pathLst>
          </a:custGeom>
          <a:blipFill>
            <a:blip r:embed="rId3">
              <a:extLst>
                <a:ext uri="{96DAC541-7B7A-43D3-8B79-37D633B846F1}">
                  <asvg:svgBlip xmlns:asvg="http://schemas.microsoft.com/office/drawing/2016/SVG/main" r:embed="rId4"/>
                </a:ext>
              </a:extLst>
            </a:blip>
            <a:stretch>
              <a:fillRect r="-107354"/>
            </a:stretch>
          </a:blipFill>
        </p:spPr>
      </p:sp>
      <p:grpSp>
        <p:nvGrpSpPr>
          <p:cNvPr id="4" name="Group 4"/>
          <p:cNvGrpSpPr/>
          <p:nvPr/>
        </p:nvGrpSpPr>
        <p:grpSpPr>
          <a:xfrm rot="-5400000">
            <a:off x="224755" y="183518"/>
            <a:ext cx="252904" cy="272337"/>
            <a:chOff x="0" y="0"/>
            <a:chExt cx="1133007" cy="1220063"/>
          </a:xfrm>
        </p:grpSpPr>
        <p:sp>
          <p:nvSpPr>
            <p:cNvPr id="5" name="Freeform 5"/>
            <p:cNvSpPr/>
            <p:nvPr/>
          </p:nvSpPr>
          <p:spPr>
            <a:xfrm>
              <a:off x="0" y="0"/>
              <a:ext cx="1133007" cy="1220063"/>
            </a:xfrm>
            <a:custGeom>
              <a:avLst/>
              <a:gdLst/>
              <a:ahLst/>
              <a:cxnLst/>
              <a:rect l="l" t="t" r="r" b="b"/>
              <a:pathLst>
                <a:path w="1133007" h="1220063">
                  <a:moveTo>
                    <a:pt x="204080" y="0"/>
                  </a:moveTo>
                  <a:lnTo>
                    <a:pt x="928926" y="0"/>
                  </a:lnTo>
                  <a:cubicBezTo>
                    <a:pt x="1041637" y="0"/>
                    <a:pt x="1133007" y="91370"/>
                    <a:pt x="1133007" y="204080"/>
                  </a:cubicBezTo>
                  <a:lnTo>
                    <a:pt x="1133007" y="1015983"/>
                  </a:lnTo>
                  <a:cubicBezTo>
                    <a:pt x="1133007" y="1128693"/>
                    <a:pt x="1041637" y="1220063"/>
                    <a:pt x="928926" y="1220063"/>
                  </a:cubicBezTo>
                  <a:lnTo>
                    <a:pt x="204080" y="1220063"/>
                  </a:lnTo>
                  <a:cubicBezTo>
                    <a:pt x="91370" y="1220063"/>
                    <a:pt x="0" y="1128693"/>
                    <a:pt x="0" y="1015983"/>
                  </a:cubicBezTo>
                  <a:lnTo>
                    <a:pt x="0" y="204080"/>
                  </a:lnTo>
                  <a:cubicBezTo>
                    <a:pt x="0" y="91370"/>
                    <a:pt x="91370" y="0"/>
                    <a:pt x="204080" y="0"/>
                  </a:cubicBezTo>
                  <a:close/>
                </a:path>
              </a:pathLst>
            </a:custGeom>
            <a:gradFill rotWithShape="1">
              <a:gsLst>
                <a:gs pos="0">
                  <a:srgbClr val="30C2B7">
                    <a:alpha val="100000"/>
                  </a:srgbClr>
                </a:gs>
                <a:gs pos="50000">
                  <a:srgbClr val="70E1A6">
                    <a:alpha val="100000"/>
                  </a:srgbClr>
                </a:gs>
                <a:gs pos="100000">
                  <a:srgbClr val="96EFC1">
                    <a:alpha val="100000"/>
                  </a:srgbClr>
                </a:gs>
              </a:gsLst>
              <a:lin ang="2700000"/>
            </a:gradFill>
            <a:ln w="19050" cap="sq">
              <a:solidFill>
                <a:srgbClr val="FFFFFF"/>
              </a:solidFill>
              <a:prstDash val="solid"/>
              <a:miter/>
            </a:ln>
          </p:spPr>
        </p:sp>
        <p:sp>
          <p:nvSpPr>
            <p:cNvPr id="6" name="TextBox 6"/>
            <p:cNvSpPr txBox="1"/>
            <p:nvPr/>
          </p:nvSpPr>
          <p:spPr>
            <a:xfrm>
              <a:off x="0" y="-57150"/>
              <a:ext cx="1133007" cy="1277213"/>
            </a:xfrm>
            <a:prstGeom prst="rect">
              <a:avLst/>
            </a:prstGeom>
          </p:spPr>
          <p:txBody>
            <a:bodyPr lIns="33867" tIns="33867" rIns="33867" bIns="33867" rtlCol="0" anchor="ctr"/>
            <a:lstStyle/>
            <a:p>
              <a:pPr algn="ctr">
                <a:lnSpc>
                  <a:spcPts val="1680"/>
                </a:lnSpc>
              </a:pPr>
              <a:endParaRPr sz="1200"/>
            </a:p>
          </p:txBody>
        </p:sp>
      </p:grpSp>
      <p:grpSp>
        <p:nvGrpSpPr>
          <p:cNvPr id="7" name="Group 7"/>
          <p:cNvGrpSpPr/>
          <p:nvPr/>
        </p:nvGrpSpPr>
        <p:grpSpPr>
          <a:xfrm rot="-5400000">
            <a:off x="292104" y="251892"/>
            <a:ext cx="252904" cy="272337"/>
            <a:chOff x="0" y="0"/>
            <a:chExt cx="1133007" cy="1220063"/>
          </a:xfrm>
        </p:grpSpPr>
        <p:sp>
          <p:nvSpPr>
            <p:cNvPr id="8" name="Freeform 8"/>
            <p:cNvSpPr/>
            <p:nvPr/>
          </p:nvSpPr>
          <p:spPr>
            <a:xfrm>
              <a:off x="0" y="0"/>
              <a:ext cx="1133007" cy="1220063"/>
            </a:xfrm>
            <a:custGeom>
              <a:avLst/>
              <a:gdLst/>
              <a:ahLst/>
              <a:cxnLst/>
              <a:rect l="l" t="t" r="r" b="b"/>
              <a:pathLst>
                <a:path w="1133007" h="1220063">
                  <a:moveTo>
                    <a:pt x="204080" y="0"/>
                  </a:moveTo>
                  <a:lnTo>
                    <a:pt x="928926" y="0"/>
                  </a:lnTo>
                  <a:cubicBezTo>
                    <a:pt x="1041637" y="0"/>
                    <a:pt x="1133007" y="91370"/>
                    <a:pt x="1133007" y="204080"/>
                  </a:cubicBezTo>
                  <a:lnTo>
                    <a:pt x="1133007" y="1015983"/>
                  </a:lnTo>
                  <a:cubicBezTo>
                    <a:pt x="1133007" y="1128693"/>
                    <a:pt x="1041637" y="1220063"/>
                    <a:pt x="928926" y="1220063"/>
                  </a:cubicBezTo>
                  <a:lnTo>
                    <a:pt x="204080" y="1220063"/>
                  </a:lnTo>
                  <a:cubicBezTo>
                    <a:pt x="91370" y="1220063"/>
                    <a:pt x="0" y="1128693"/>
                    <a:pt x="0" y="1015983"/>
                  </a:cubicBezTo>
                  <a:lnTo>
                    <a:pt x="0" y="204080"/>
                  </a:lnTo>
                  <a:cubicBezTo>
                    <a:pt x="0" y="91370"/>
                    <a:pt x="91370" y="0"/>
                    <a:pt x="204080" y="0"/>
                  </a:cubicBezTo>
                  <a:close/>
                </a:path>
              </a:pathLst>
            </a:custGeom>
            <a:gradFill rotWithShape="1">
              <a:gsLst>
                <a:gs pos="0">
                  <a:srgbClr val="30C2B7">
                    <a:alpha val="100000"/>
                  </a:srgbClr>
                </a:gs>
                <a:gs pos="50000">
                  <a:srgbClr val="70E1A6">
                    <a:alpha val="100000"/>
                  </a:srgbClr>
                </a:gs>
                <a:gs pos="100000">
                  <a:srgbClr val="96EFC1">
                    <a:alpha val="100000"/>
                  </a:srgbClr>
                </a:gs>
              </a:gsLst>
              <a:lin ang="2700000"/>
            </a:gradFill>
            <a:ln w="19050" cap="sq">
              <a:solidFill>
                <a:srgbClr val="FFFFFF"/>
              </a:solidFill>
              <a:prstDash val="solid"/>
              <a:miter/>
            </a:ln>
          </p:spPr>
        </p:sp>
        <p:sp>
          <p:nvSpPr>
            <p:cNvPr id="9" name="TextBox 9"/>
            <p:cNvSpPr txBox="1"/>
            <p:nvPr/>
          </p:nvSpPr>
          <p:spPr>
            <a:xfrm>
              <a:off x="0" y="-57150"/>
              <a:ext cx="1133007" cy="1277213"/>
            </a:xfrm>
            <a:prstGeom prst="rect">
              <a:avLst/>
            </a:prstGeom>
          </p:spPr>
          <p:txBody>
            <a:bodyPr lIns="33867" tIns="33867" rIns="33867" bIns="33867" rtlCol="0" anchor="ctr"/>
            <a:lstStyle/>
            <a:p>
              <a:pPr algn="ctr">
                <a:lnSpc>
                  <a:spcPts val="1680"/>
                </a:lnSpc>
              </a:pPr>
              <a:endParaRPr sz="1200"/>
            </a:p>
          </p:txBody>
        </p:sp>
      </p:grpSp>
      <p:sp>
        <p:nvSpPr>
          <p:cNvPr id="23" name="Freeform 23"/>
          <p:cNvSpPr/>
          <p:nvPr/>
        </p:nvSpPr>
        <p:spPr>
          <a:xfrm>
            <a:off x="11958610" y="2609544"/>
            <a:ext cx="407909" cy="852208"/>
          </a:xfrm>
          <a:custGeom>
            <a:avLst/>
            <a:gdLst/>
            <a:ahLst/>
            <a:cxnLst/>
            <a:rect l="l" t="t" r="r" b="b"/>
            <a:pathLst>
              <a:path w="611864" h="1278312">
                <a:moveTo>
                  <a:pt x="0" y="0"/>
                </a:moveTo>
                <a:lnTo>
                  <a:pt x="611864" y="0"/>
                </a:lnTo>
                <a:lnTo>
                  <a:pt x="611864" y="1278312"/>
                </a:lnTo>
                <a:lnTo>
                  <a:pt x="0" y="1278312"/>
                </a:lnTo>
                <a:lnTo>
                  <a:pt x="0" y="0"/>
                </a:lnTo>
                <a:close/>
              </a:path>
            </a:pathLst>
          </a:custGeom>
          <a:blipFill>
            <a:blip r:embed="rId3">
              <a:extLst>
                <a:ext uri="{96DAC541-7B7A-43D3-8B79-37D633B846F1}">
                  <asvg:svgBlip xmlns:asvg="http://schemas.microsoft.com/office/drawing/2016/SVG/main" r:embed="rId4"/>
                </a:ext>
              </a:extLst>
            </a:blip>
            <a:stretch>
              <a:fillRect r="-107354"/>
            </a:stretch>
          </a:blipFill>
        </p:spPr>
      </p:sp>
      <p:sp>
        <p:nvSpPr>
          <p:cNvPr id="25" name="TextBox 25"/>
          <p:cNvSpPr txBox="1"/>
          <p:nvPr/>
        </p:nvSpPr>
        <p:spPr>
          <a:xfrm>
            <a:off x="2803769" y="2277891"/>
            <a:ext cx="6428153" cy="701731"/>
          </a:xfrm>
          <a:prstGeom prst="rect">
            <a:avLst/>
          </a:prstGeom>
        </p:spPr>
        <p:txBody>
          <a:bodyPr wrap="square" lIns="0" tIns="0" rIns="0" bIns="0" rtlCol="0" anchor="t">
            <a:spAutoFit/>
          </a:bodyPr>
          <a:lstStyle/>
          <a:p>
            <a:pPr algn="ctr">
              <a:lnSpc>
                <a:spcPts val="5164"/>
              </a:lnSpc>
            </a:pPr>
            <a:r>
              <a:rPr lang="en-US" sz="5614" b="1" dirty="0" err="1">
                <a:solidFill>
                  <a:srgbClr val="191919"/>
                </a:solidFill>
                <a:latin typeface="Poppins Bold"/>
                <a:ea typeface="Poppins Bold"/>
                <a:cs typeface="Poppins Bold"/>
                <a:sym typeface="Poppins Bold"/>
              </a:rPr>
              <a:t>E’tiboringiz</a:t>
            </a:r>
            <a:endParaRPr lang="en-US" sz="5614" b="1" dirty="0">
              <a:solidFill>
                <a:srgbClr val="191919"/>
              </a:solidFill>
              <a:latin typeface="Poppins Bold"/>
              <a:ea typeface="Poppins Bold"/>
              <a:cs typeface="Poppins Bold"/>
              <a:sym typeface="Poppins Bold"/>
            </a:endParaRPr>
          </a:p>
        </p:txBody>
      </p:sp>
      <p:sp>
        <p:nvSpPr>
          <p:cNvPr id="26" name="TextBox 26"/>
          <p:cNvSpPr txBox="1"/>
          <p:nvPr/>
        </p:nvSpPr>
        <p:spPr>
          <a:xfrm>
            <a:off x="2803770" y="3024149"/>
            <a:ext cx="6584459" cy="701731"/>
          </a:xfrm>
          <a:prstGeom prst="rect">
            <a:avLst/>
          </a:prstGeom>
        </p:spPr>
        <p:txBody>
          <a:bodyPr wrap="square" lIns="0" tIns="0" rIns="0" bIns="0" rtlCol="0" anchor="t">
            <a:spAutoFit/>
          </a:bodyPr>
          <a:lstStyle/>
          <a:p>
            <a:pPr algn="ctr">
              <a:lnSpc>
                <a:spcPts val="5164"/>
              </a:lnSpc>
            </a:pPr>
            <a:r>
              <a:rPr lang="en-US" sz="5614" b="1" dirty="0">
                <a:solidFill>
                  <a:srgbClr val="259D84"/>
                </a:solidFill>
                <a:latin typeface="Poppins Bold"/>
                <a:ea typeface="Poppins Bold"/>
                <a:cs typeface="Poppins Bold"/>
                <a:sym typeface="Poppins Bold"/>
              </a:rPr>
              <a:t>uchun </a:t>
            </a:r>
            <a:r>
              <a:rPr lang="en-US" sz="5614" b="1" dirty="0" err="1">
                <a:solidFill>
                  <a:srgbClr val="259D84"/>
                </a:solidFill>
                <a:latin typeface="Poppins Bold"/>
                <a:ea typeface="Poppins Bold"/>
                <a:cs typeface="Poppins Bold"/>
                <a:sym typeface="Poppins Bold"/>
              </a:rPr>
              <a:t>rahmat</a:t>
            </a:r>
            <a:endParaRPr lang="en-US" sz="5614" b="1" dirty="0">
              <a:solidFill>
                <a:srgbClr val="259D84"/>
              </a:solidFill>
              <a:latin typeface="Poppins Bold"/>
              <a:ea typeface="Poppins Bold"/>
              <a:cs typeface="Poppins Bold"/>
              <a:sym typeface="Poppins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erimon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Control xmlns="http://schemas.microsoft.com/VisualStudio/2011/storyboarding/control">
  <Id Name="23184d0b-7431-4f62-a019-4ebdb4b0dd51" Revision="1" Stencil="System.MyShapes" StencilVersion="1.0"/>
</Control>
</file>

<file path=customXml/itemProps1.xml><?xml version="1.0" encoding="utf-8"?>
<ds:datastoreItem xmlns:ds="http://schemas.openxmlformats.org/officeDocument/2006/customXml" ds:itemID="{12074CDD-F493-42F2-B2DF-F6D5ACD549AA}">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otalTime>16786</TotalTime>
  <Words>723</Words>
  <Application>Microsoft Office PowerPoint</Application>
  <PresentationFormat>Широкоэкранный</PresentationFormat>
  <Paragraphs>78</Paragraphs>
  <Slides>17</Slides>
  <Notes>2</Notes>
  <HiddenSlides>0</HiddenSlides>
  <MMClips>0</MMClips>
  <ScaleCrop>false</ScaleCrop>
  <HeadingPairs>
    <vt:vector size="6" baseType="variant">
      <vt:variant>
        <vt:lpstr>Использованные шрифты</vt:lpstr>
      </vt:variant>
      <vt:variant>
        <vt:i4>6</vt:i4>
      </vt:variant>
      <vt:variant>
        <vt:lpstr>Тема</vt:lpstr>
      </vt:variant>
      <vt:variant>
        <vt:i4>2</vt:i4>
      </vt:variant>
      <vt:variant>
        <vt:lpstr>Заголовки слайдов</vt:lpstr>
      </vt:variant>
      <vt:variant>
        <vt:i4>17</vt:i4>
      </vt:variant>
    </vt:vector>
  </HeadingPairs>
  <TitlesOfParts>
    <vt:vector size="25" baseType="lpstr">
      <vt:lpstr>a_EmpirialNr</vt:lpstr>
      <vt:lpstr>Arial</vt:lpstr>
      <vt:lpstr>Calibri</vt:lpstr>
      <vt:lpstr>Dosis</vt:lpstr>
      <vt:lpstr>Poppins Bold</vt:lpstr>
      <vt:lpstr>Times New Roman</vt:lpstr>
      <vt:lpstr>Office Theme</vt:lpstr>
      <vt:lpstr>Cerimon template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Permana Maliq</dc:creator>
  <cp:lastModifiedBy>pc</cp:lastModifiedBy>
  <cp:revision>918</cp:revision>
  <dcterms:created xsi:type="dcterms:W3CDTF">2021-03-10T09:36:58Z</dcterms:created>
  <dcterms:modified xsi:type="dcterms:W3CDTF">2026-06-02T06:51:42Z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ies>
</file>